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C Milo" charset="1" panose="00000000000000000000"/>
      <p:regular r:id="rId12"/>
    </p:embeddedFont>
    <p:embeddedFont>
      <p:font typeface="Antic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png" Type="http://schemas.openxmlformats.org/officeDocument/2006/relationships/image"/><Relationship Id="rId12" Target="../media/image26.png" Type="http://schemas.openxmlformats.org/officeDocument/2006/relationships/image"/><Relationship Id="rId13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2.png" Type="http://schemas.openxmlformats.org/officeDocument/2006/relationships/image"/><Relationship Id="rId16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4088" y="0"/>
            <a:ext cx="19073252" cy="10287000"/>
            <a:chOff x="0" y="0"/>
            <a:chExt cx="2543100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715003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2748142"/>
            <a:ext cx="18288000" cy="4790716"/>
            <a:chOff x="0" y="0"/>
            <a:chExt cx="4816593" cy="1261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261752"/>
            </a:xfrm>
            <a:custGeom>
              <a:avLst/>
              <a:gdLst/>
              <a:ahLst/>
              <a:cxnLst/>
              <a:rect r="r" b="b" t="t" l="l"/>
              <a:pathLst>
                <a:path h="12617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61752"/>
                  </a:lnTo>
                  <a:lnTo>
                    <a:pt x="0" y="1261752"/>
                  </a:lnTo>
                  <a:close/>
                </a:path>
              </a:pathLst>
            </a:custGeom>
            <a:solidFill>
              <a:srgbClr val="6A8B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309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748142"/>
            <a:ext cx="4790716" cy="4790716"/>
          </a:xfrm>
          <a:custGeom>
            <a:avLst/>
            <a:gdLst/>
            <a:ahLst/>
            <a:cxnLst/>
            <a:rect r="r" b="b" t="t" l="l"/>
            <a:pathLst>
              <a:path h="4790716" w="4790716">
                <a:moveTo>
                  <a:pt x="0" y="0"/>
                </a:moveTo>
                <a:lnTo>
                  <a:pt x="4790716" y="0"/>
                </a:lnTo>
                <a:lnTo>
                  <a:pt x="4790716" y="4790716"/>
                </a:lnTo>
                <a:lnTo>
                  <a:pt x="0" y="479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95016" y="2748142"/>
            <a:ext cx="4790716" cy="4790716"/>
          </a:xfrm>
          <a:custGeom>
            <a:avLst/>
            <a:gdLst/>
            <a:ahLst/>
            <a:cxnLst/>
            <a:rect r="r" b="b" t="t" l="l"/>
            <a:pathLst>
              <a:path h="4790716" w="4790716">
                <a:moveTo>
                  <a:pt x="0" y="0"/>
                </a:moveTo>
                <a:lnTo>
                  <a:pt x="4790716" y="0"/>
                </a:lnTo>
                <a:lnTo>
                  <a:pt x="4790716" y="4790716"/>
                </a:lnTo>
                <a:lnTo>
                  <a:pt x="0" y="479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549412" y="1860300"/>
            <a:ext cx="9968466" cy="7551415"/>
            <a:chOff x="0" y="0"/>
            <a:chExt cx="2625440" cy="1988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5440" cy="1988850"/>
            </a:xfrm>
            <a:custGeom>
              <a:avLst/>
              <a:gdLst/>
              <a:ahLst/>
              <a:cxnLst/>
              <a:rect r="r" b="b" t="t" l="l"/>
              <a:pathLst>
                <a:path h="1988850" w="2625440">
                  <a:moveTo>
                    <a:pt x="39609" y="0"/>
                  </a:moveTo>
                  <a:lnTo>
                    <a:pt x="2585831" y="0"/>
                  </a:lnTo>
                  <a:cubicBezTo>
                    <a:pt x="2607706" y="0"/>
                    <a:pt x="2625440" y="17733"/>
                    <a:pt x="2625440" y="39609"/>
                  </a:cubicBezTo>
                  <a:lnTo>
                    <a:pt x="2625440" y="1949241"/>
                  </a:lnTo>
                  <a:cubicBezTo>
                    <a:pt x="2625440" y="1971117"/>
                    <a:pt x="2607706" y="1988850"/>
                    <a:pt x="2585831" y="1988850"/>
                  </a:cubicBezTo>
                  <a:lnTo>
                    <a:pt x="39609" y="1988850"/>
                  </a:lnTo>
                  <a:cubicBezTo>
                    <a:pt x="17733" y="1988850"/>
                    <a:pt x="0" y="1971117"/>
                    <a:pt x="0" y="1949241"/>
                  </a:cubicBezTo>
                  <a:lnTo>
                    <a:pt x="0" y="39609"/>
                  </a:lnTo>
                  <a:cubicBezTo>
                    <a:pt x="0" y="17733"/>
                    <a:pt x="17733" y="0"/>
                    <a:pt x="39609" y="0"/>
                  </a:cubicBezTo>
                  <a:close/>
                </a:path>
              </a:pathLst>
            </a:custGeom>
            <a:solidFill>
              <a:srgbClr val="31373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625440" cy="203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68290" y="1483761"/>
            <a:ext cx="9951420" cy="7581172"/>
          </a:xfrm>
          <a:custGeom>
            <a:avLst/>
            <a:gdLst/>
            <a:ahLst/>
            <a:cxnLst/>
            <a:rect r="r" b="b" t="t" l="l"/>
            <a:pathLst>
              <a:path h="7581172" w="9951420">
                <a:moveTo>
                  <a:pt x="0" y="0"/>
                </a:moveTo>
                <a:lnTo>
                  <a:pt x="9951420" y="0"/>
                </a:lnTo>
                <a:lnTo>
                  <a:pt x="9951420" y="7581172"/>
                </a:lnTo>
                <a:lnTo>
                  <a:pt x="0" y="7581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70577" y="6808075"/>
            <a:ext cx="1961415" cy="2256858"/>
          </a:xfrm>
          <a:custGeom>
            <a:avLst/>
            <a:gdLst/>
            <a:ahLst/>
            <a:cxnLst/>
            <a:rect r="r" b="b" t="t" l="l"/>
            <a:pathLst>
              <a:path h="2256858" w="1961415">
                <a:moveTo>
                  <a:pt x="0" y="0"/>
                </a:moveTo>
                <a:lnTo>
                  <a:pt x="1961415" y="0"/>
                </a:lnTo>
                <a:lnTo>
                  <a:pt x="1961415" y="2256858"/>
                </a:lnTo>
                <a:lnTo>
                  <a:pt x="0" y="2256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812727" y="137233"/>
            <a:ext cx="4359454" cy="642029"/>
          </a:xfrm>
          <a:custGeom>
            <a:avLst/>
            <a:gdLst/>
            <a:ahLst/>
            <a:cxnLst/>
            <a:rect r="r" b="b" t="t" l="l"/>
            <a:pathLst>
              <a:path h="642029" w="4359454">
                <a:moveTo>
                  <a:pt x="0" y="0"/>
                </a:moveTo>
                <a:lnTo>
                  <a:pt x="4359454" y="0"/>
                </a:lnTo>
                <a:lnTo>
                  <a:pt x="4359454" y="642029"/>
                </a:lnTo>
                <a:lnTo>
                  <a:pt x="0" y="642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366126" y="169708"/>
            <a:ext cx="2921874" cy="609554"/>
          </a:xfrm>
          <a:custGeom>
            <a:avLst/>
            <a:gdLst/>
            <a:ahLst/>
            <a:cxnLst/>
            <a:rect r="r" b="b" t="t" l="l"/>
            <a:pathLst>
              <a:path h="609554" w="2921874">
                <a:moveTo>
                  <a:pt x="0" y="0"/>
                </a:moveTo>
                <a:lnTo>
                  <a:pt x="2921874" y="0"/>
                </a:lnTo>
                <a:lnTo>
                  <a:pt x="2921874" y="609554"/>
                </a:lnTo>
                <a:lnTo>
                  <a:pt x="0" y="6095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0" y="8097783"/>
            <a:ext cx="2069805" cy="2189217"/>
          </a:xfrm>
          <a:custGeom>
            <a:avLst/>
            <a:gdLst/>
            <a:ahLst/>
            <a:cxnLst/>
            <a:rect r="r" b="b" t="t" l="l"/>
            <a:pathLst>
              <a:path h="2189217" w="2069805">
                <a:moveTo>
                  <a:pt x="0" y="0"/>
                </a:moveTo>
                <a:lnTo>
                  <a:pt x="2069805" y="0"/>
                </a:lnTo>
                <a:lnTo>
                  <a:pt x="2069805" y="2189217"/>
                </a:lnTo>
                <a:lnTo>
                  <a:pt x="0" y="218921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347676" y="2652246"/>
            <a:ext cx="1549424" cy="2622102"/>
          </a:xfrm>
          <a:custGeom>
            <a:avLst/>
            <a:gdLst/>
            <a:ahLst/>
            <a:cxnLst/>
            <a:rect r="r" b="b" t="t" l="l"/>
            <a:pathLst>
              <a:path h="2622102" w="1549424">
                <a:moveTo>
                  <a:pt x="0" y="0"/>
                </a:moveTo>
                <a:lnTo>
                  <a:pt x="1549424" y="0"/>
                </a:lnTo>
                <a:lnTo>
                  <a:pt x="1549424" y="2622101"/>
                </a:lnTo>
                <a:lnTo>
                  <a:pt x="0" y="262210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790716" y="3253254"/>
            <a:ext cx="8985982" cy="185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0"/>
              </a:lnSpc>
            </a:pPr>
            <a:r>
              <a:rPr lang="en-US" sz="10700">
                <a:solidFill>
                  <a:srgbClr val="000000"/>
                </a:solidFill>
                <a:latin typeface="TC Milo"/>
                <a:ea typeface="TC Milo"/>
                <a:cs typeface="TC Milo"/>
                <a:sym typeface="TC Milo"/>
              </a:rPr>
              <a:t>WEEKLY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90716" y="4876800"/>
            <a:ext cx="8985982" cy="185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0"/>
              </a:lnSpc>
            </a:pPr>
            <a:r>
              <a:rPr lang="en-US" sz="10700">
                <a:solidFill>
                  <a:srgbClr val="000000"/>
                </a:solidFill>
                <a:latin typeface="TC Milo"/>
                <a:ea typeface="TC Milo"/>
                <a:cs typeface="TC Milo"/>
                <a:sym typeface="TC Milo"/>
              </a:rPr>
              <a:t>REPORT</a:t>
            </a:r>
          </a:p>
        </p:txBody>
      </p:sp>
      <p:sp>
        <p:nvSpPr>
          <p:cNvPr name="Freeform 21" id="21"/>
          <p:cNvSpPr/>
          <p:nvPr/>
        </p:nvSpPr>
        <p:spPr>
          <a:xfrm flipH="true" flipV="false" rot="0">
            <a:off x="14023985" y="7311124"/>
            <a:ext cx="4264015" cy="2975876"/>
          </a:xfrm>
          <a:custGeom>
            <a:avLst/>
            <a:gdLst/>
            <a:ahLst/>
            <a:cxnLst/>
            <a:rect r="r" b="b" t="t" l="l"/>
            <a:pathLst>
              <a:path h="2975876" w="4264015">
                <a:moveTo>
                  <a:pt x="4264015" y="0"/>
                </a:moveTo>
                <a:lnTo>
                  <a:pt x="0" y="0"/>
                </a:lnTo>
                <a:lnTo>
                  <a:pt x="0" y="2975876"/>
                </a:lnTo>
                <a:lnTo>
                  <a:pt x="4264015" y="2975876"/>
                </a:lnTo>
                <a:lnTo>
                  <a:pt x="4264015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788952" y="7688949"/>
            <a:ext cx="2710096" cy="54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154" spc="-63">
                <a:solidFill>
                  <a:srgbClr val="000000"/>
                </a:solidFill>
                <a:latin typeface="TC Milo"/>
                <a:ea typeface="TC Milo"/>
                <a:cs typeface="TC Milo"/>
                <a:sym typeface="TC Milo"/>
              </a:rPr>
              <a:t>2 nov 2024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83915" y="7008137"/>
            <a:ext cx="3199584" cy="56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9"/>
              </a:lnSpc>
            </a:pPr>
            <a:r>
              <a:rPr lang="en-US" sz="3271" spc="235">
                <a:solidFill>
                  <a:srgbClr val="000000"/>
                </a:solidFill>
                <a:latin typeface="TC Milo"/>
                <a:ea typeface="TC Milo"/>
                <a:cs typeface="TC Milo"/>
                <a:sym typeface="TC Milo"/>
              </a:rPr>
              <a:t>SAMUEL SUKARNO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4088" y="0"/>
            <a:ext cx="19073252" cy="10287000"/>
            <a:chOff x="0" y="0"/>
            <a:chExt cx="2543100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715003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3634542"/>
            <a:ext cx="18288000" cy="6652458"/>
            <a:chOff x="0" y="0"/>
            <a:chExt cx="4816593" cy="17520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752088"/>
            </a:xfrm>
            <a:custGeom>
              <a:avLst/>
              <a:gdLst/>
              <a:ahLst/>
              <a:cxnLst/>
              <a:rect r="r" b="b" t="t" l="l"/>
              <a:pathLst>
                <a:path h="175208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52088"/>
                  </a:lnTo>
                  <a:lnTo>
                    <a:pt x="0" y="1752088"/>
                  </a:lnTo>
                  <a:close/>
                </a:path>
              </a:pathLst>
            </a:custGeom>
            <a:solidFill>
              <a:srgbClr val="6A8B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79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51162" y="4665025"/>
            <a:ext cx="831676" cy="956949"/>
          </a:xfrm>
          <a:custGeom>
            <a:avLst/>
            <a:gdLst/>
            <a:ahLst/>
            <a:cxnLst/>
            <a:rect r="r" b="b" t="t" l="l"/>
            <a:pathLst>
              <a:path h="956949" w="831676">
                <a:moveTo>
                  <a:pt x="0" y="0"/>
                </a:moveTo>
                <a:lnTo>
                  <a:pt x="831676" y="0"/>
                </a:lnTo>
                <a:lnTo>
                  <a:pt x="831676" y="956950"/>
                </a:lnTo>
                <a:lnTo>
                  <a:pt x="0" y="956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812727" y="137233"/>
            <a:ext cx="4359454" cy="642029"/>
          </a:xfrm>
          <a:custGeom>
            <a:avLst/>
            <a:gdLst/>
            <a:ahLst/>
            <a:cxnLst/>
            <a:rect r="r" b="b" t="t" l="l"/>
            <a:pathLst>
              <a:path h="642029" w="4359454">
                <a:moveTo>
                  <a:pt x="0" y="0"/>
                </a:moveTo>
                <a:lnTo>
                  <a:pt x="4359454" y="0"/>
                </a:lnTo>
                <a:lnTo>
                  <a:pt x="4359454" y="642029"/>
                </a:lnTo>
                <a:lnTo>
                  <a:pt x="0" y="64202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66126" y="169708"/>
            <a:ext cx="2921874" cy="609554"/>
          </a:xfrm>
          <a:custGeom>
            <a:avLst/>
            <a:gdLst/>
            <a:ahLst/>
            <a:cxnLst/>
            <a:rect r="r" b="b" t="t" l="l"/>
            <a:pathLst>
              <a:path h="609554" w="2921874">
                <a:moveTo>
                  <a:pt x="0" y="0"/>
                </a:moveTo>
                <a:lnTo>
                  <a:pt x="2921874" y="0"/>
                </a:lnTo>
                <a:lnTo>
                  <a:pt x="2921874" y="609554"/>
                </a:lnTo>
                <a:lnTo>
                  <a:pt x="0" y="6095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092884" y="1551339"/>
            <a:ext cx="11326041" cy="8401863"/>
          </a:xfrm>
          <a:custGeom>
            <a:avLst/>
            <a:gdLst/>
            <a:ahLst/>
            <a:cxnLst/>
            <a:rect r="r" b="b" t="t" l="l"/>
            <a:pathLst>
              <a:path h="8401863" w="11326041">
                <a:moveTo>
                  <a:pt x="0" y="0"/>
                </a:moveTo>
                <a:lnTo>
                  <a:pt x="11326041" y="0"/>
                </a:lnTo>
                <a:lnTo>
                  <a:pt x="11326041" y="8401863"/>
                </a:lnTo>
                <a:lnTo>
                  <a:pt x="0" y="84018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3424" y="7400061"/>
            <a:ext cx="4264015" cy="2975876"/>
          </a:xfrm>
          <a:custGeom>
            <a:avLst/>
            <a:gdLst/>
            <a:ahLst/>
            <a:cxnLst/>
            <a:rect r="r" b="b" t="t" l="l"/>
            <a:pathLst>
              <a:path h="2975876" w="4264015">
                <a:moveTo>
                  <a:pt x="0" y="0"/>
                </a:moveTo>
                <a:lnTo>
                  <a:pt x="4264015" y="0"/>
                </a:lnTo>
                <a:lnTo>
                  <a:pt x="4264015" y="2975875"/>
                </a:lnTo>
                <a:lnTo>
                  <a:pt x="0" y="2975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4215149" y="7400061"/>
            <a:ext cx="4264015" cy="2975876"/>
          </a:xfrm>
          <a:custGeom>
            <a:avLst/>
            <a:gdLst/>
            <a:ahLst/>
            <a:cxnLst/>
            <a:rect r="r" b="b" t="t" l="l"/>
            <a:pathLst>
              <a:path h="2975876" w="4264015">
                <a:moveTo>
                  <a:pt x="4264015" y="0"/>
                </a:moveTo>
                <a:lnTo>
                  <a:pt x="0" y="0"/>
                </a:lnTo>
                <a:lnTo>
                  <a:pt x="0" y="2975875"/>
                </a:lnTo>
                <a:lnTo>
                  <a:pt x="4264015" y="2975875"/>
                </a:lnTo>
                <a:lnTo>
                  <a:pt x="42640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546727" y="3410709"/>
            <a:ext cx="7625093" cy="584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9120" indent="-27956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Revisi Compro untuk Business Unit Detail Page di dashboard compro</a:t>
            </a:r>
          </a:p>
          <a:p>
            <a:pPr algn="l" marL="559120" indent="-27956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Revisi Blog, Study di Dashboard Compro</a:t>
            </a:r>
          </a:p>
          <a:p>
            <a:pPr algn="l" marL="559120" indent="-279560" lvl="1">
              <a:lnSpc>
                <a:spcPts val="3625"/>
              </a:lnSpc>
              <a:buFont typeface="Arial"/>
              <a:buChar char="•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Integrasi: 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Document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Employee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Bisnis Unit Eureka Dashboard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Cabinet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Department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Designation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Job Level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Office</a:t>
            </a:r>
          </a:p>
          <a:p>
            <a:pPr algn="l" marL="1118241" indent="-372747" lvl="2">
              <a:lnSpc>
                <a:spcPts val="3625"/>
              </a:lnSpc>
              <a:buAutoNum type="alphaLcPeriod" startAt="1"/>
            </a:pPr>
            <a:r>
              <a:rPr lang="en-US" sz="2589">
                <a:solidFill>
                  <a:srgbClr val="000000"/>
                </a:solidFill>
                <a:latin typeface="Antic"/>
                <a:ea typeface="Antic"/>
                <a:cs typeface="Antic"/>
                <a:sym typeface="Antic"/>
              </a:rPr>
              <a:t> Document Category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691967" y="6620019"/>
            <a:ext cx="1707170" cy="2267979"/>
          </a:xfrm>
          <a:custGeom>
            <a:avLst/>
            <a:gdLst/>
            <a:ahLst/>
            <a:cxnLst/>
            <a:rect r="r" b="b" t="t" l="l"/>
            <a:pathLst>
              <a:path h="2267979" w="1707170">
                <a:moveTo>
                  <a:pt x="0" y="0"/>
                </a:moveTo>
                <a:lnTo>
                  <a:pt x="1707170" y="0"/>
                </a:lnTo>
                <a:lnTo>
                  <a:pt x="1707170" y="2267980"/>
                </a:lnTo>
                <a:lnTo>
                  <a:pt x="0" y="22679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05648" y="1919457"/>
            <a:ext cx="3331909" cy="6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8"/>
              </a:lnSpc>
            </a:pPr>
            <a:r>
              <a:rPr lang="en-US" sz="3920">
                <a:solidFill>
                  <a:srgbClr val="47594F"/>
                </a:solidFill>
                <a:latin typeface="TC Milo"/>
                <a:ea typeface="TC Milo"/>
                <a:cs typeface="TC Milo"/>
                <a:sym typeface="TC Milo"/>
              </a:rPr>
              <a:t>HAsIl mingguan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4088" y="0"/>
            <a:ext cx="19073252" cy="10287000"/>
            <a:chOff x="0" y="0"/>
            <a:chExt cx="2543100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715003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3634542"/>
            <a:ext cx="18288000" cy="6652458"/>
            <a:chOff x="0" y="0"/>
            <a:chExt cx="4816593" cy="17520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752088"/>
            </a:xfrm>
            <a:custGeom>
              <a:avLst/>
              <a:gdLst/>
              <a:ahLst/>
              <a:cxnLst/>
              <a:rect r="r" b="b" t="t" l="l"/>
              <a:pathLst>
                <a:path h="175208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52088"/>
                  </a:lnTo>
                  <a:lnTo>
                    <a:pt x="0" y="1752088"/>
                  </a:lnTo>
                  <a:close/>
                </a:path>
              </a:pathLst>
            </a:custGeom>
            <a:solidFill>
              <a:srgbClr val="6A8B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79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812727" y="137233"/>
            <a:ext cx="4359454" cy="642029"/>
          </a:xfrm>
          <a:custGeom>
            <a:avLst/>
            <a:gdLst/>
            <a:ahLst/>
            <a:cxnLst/>
            <a:rect r="r" b="b" t="t" l="l"/>
            <a:pathLst>
              <a:path h="642029" w="4359454">
                <a:moveTo>
                  <a:pt x="0" y="0"/>
                </a:moveTo>
                <a:lnTo>
                  <a:pt x="4359454" y="0"/>
                </a:lnTo>
                <a:lnTo>
                  <a:pt x="4359454" y="642029"/>
                </a:lnTo>
                <a:lnTo>
                  <a:pt x="0" y="642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66126" y="169708"/>
            <a:ext cx="2921874" cy="609554"/>
          </a:xfrm>
          <a:custGeom>
            <a:avLst/>
            <a:gdLst/>
            <a:ahLst/>
            <a:cxnLst/>
            <a:rect r="r" b="b" t="t" l="l"/>
            <a:pathLst>
              <a:path h="609554" w="2921874">
                <a:moveTo>
                  <a:pt x="0" y="0"/>
                </a:moveTo>
                <a:lnTo>
                  <a:pt x="2921874" y="0"/>
                </a:lnTo>
                <a:lnTo>
                  <a:pt x="2921874" y="609554"/>
                </a:lnTo>
                <a:lnTo>
                  <a:pt x="0" y="6095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215149" y="7400061"/>
            <a:ext cx="4264015" cy="2975876"/>
          </a:xfrm>
          <a:custGeom>
            <a:avLst/>
            <a:gdLst/>
            <a:ahLst/>
            <a:cxnLst/>
            <a:rect r="r" b="b" t="t" l="l"/>
            <a:pathLst>
              <a:path h="2975876" w="4264015">
                <a:moveTo>
                  <a:pt x="4264015" y="0"/>
                </a:moveTo>
                <a:lnTo>
                  <a:pt x="0" y="0"/>
                </a:lnTo>
                <a:lnTo>
                  <a:pt x="0" y="2975875"/>
                </a:lnTo>
                <a:lnTo>
                  <a:pt x="4264015" y="2975875"/>
                </a:lnTo>
                <a:lnTo>
                  <a:pt x="426401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18175" y="1028700"/>
            <a:ext cx="11301259" cy="3121973"/>
          </a:xfrm>
          <a:custGeom>
            <a:avLst/>
            <a:gdLst/>
            <a:ahLst/>
            <a:cxnLst/>
            <a:rect r="r" b="b" t="t" l="l"/>
            <a:pathLst>
              <a:path h="3121973" w="11301259">
                <a:moveTo>
                  <a:pt x="0" y="0"/>
                </a:moveTo>
                <a:lnTo>
                  <a:pt x="11301259" y="0"/>
                </a:lnTo>
                <a:lnTo>
                  <a:pt x="11301259" y="3121973"/>
                </a:lnTo>
                <a:lnTo>
                  <a:pt x="0" y="31219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93709" y="5285148"/>
            <a:ext cx="12298460" cy="3602850"/>
          </a:xfrm>
          <a:custGeom>
            <a:avLst/>
            <a:gdLst/>
            <a:ahLst/>
            <a:cxnLst/>
            <a:rect r="r" b="b" t="t" l="l"/>
            <a:pathLst>
              <a:path h="3602850" w="12298460">
                <a:moveTo>
                  <a:pt x="0" y="0"/>
                </a:moveTo>
                <a:lnTo>
                  <a:pt x="12298460" y="0"/>
                </a:lnTo>
                <a:lnTo>
                  <a:pt x="12298460" y="3602851"/>
                </a:lnTo>
                <a:lnTo>
                  <a:pt x="0" y="36028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0469" r="0" b="-17111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4088" y="0"/>
            <a:ext cx="19073252" cy="10287000"/>
            <a:chOff x="0" y="0"/>
            <a:chExt cx="2543100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715003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3634542"/>
            <a:ext cx="18288000" cy="6652458"/>
            <a:chOff x="0" y="0"/>
            <a:chExt cx="4816593" cy="17520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752088"/>
            </a:xfrm>
            <a:custGeom>
              <a:avLst/>
              <a:gdLst/>
              <a:ahLst/>
              <a:cxnLst/>
              <a:rect r="r" b="b" t="t" l="l"/>
              <a:pathLst>
                <a:path h="175208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52088"/>
                  </a:lnTo>
                  <a:lnTo>
                    <a:pt x="0" y="1752088"/>
                  </a:lnTo>
                  <a:close/>
                </a:path>
              </a:pathLst>
            </a:custGeom>
            <a:solidFill>
              <a:srgbClr val="6A8B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7997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812727" y="137233"/>
            <a:ext cx="4359454" cy="642029"/>
          </a:xfrm>
          <a:custGeom>
            <a:avLst/>
            <a:gdLst/>
            <a:ahLst/>
            <a:cxnLst/>
            <a:rect r="r" b="b" t="t" l="l"/>
            <a:pathLst>
              <a:path h="642029" w="4359454">
                <a:moveTo>
                  <a:pt x="0" y="0"/>
                </a:moveTo>
                <a:lnTo>
                  <a:pt x="4359454" y="0"/>
                </a:lnTo>
                <a:lnTo>
                  <a:pt x="4359454" y="642029"/>
                </a:lnTo>
                <a:lnTo>
                  <a:pt x="0" y="6420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366126" y="169708"/>
            <a:ext cx="2921874" cy="609554"/>
          </a:xfrm>
          <a:custGeom>
            <a:avLst/>
            <a:gdLst/>
            <a:ahLst/>
            <a:cxnLst/>
            <a:rect r="r" b="b" t="t" l="l"/>
            <a:pathLst>
              <a:path h="609554" w="2921874">
                <a:moveTo>
                  <a:pt x="0" y="0"/>
                </a:moveTo>
                <a:lnTo>
                  <a:pt x="2921874" y="0"/>
                </a:lnTo>
                <a:lnTo>
                  <a:pt x="2921874" y="609554"/>
                </a:lnTo>
                <a:lnTo>
                  <a:pt x="0" y="6095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215149" y="7400061"/>
            <a:ext cx="4264015" cy="2975876"/>
          </a:xfrm>
          <a:custGeom>
            <a:avLst/>
            <a:gdLst/>
            <a:ahLst/>
            <a:cxnLst/>
            <a:rect r="r" b="b" t="t" l="l"/>
            <a:pathLst>
              <a:path h="2975876" w="4264015">
                <a:moveTo>
                  <a:pt x="4264015" y="0"/>
                </a:moveTo>
                <a:lnTo>
                  <a:pt x="0" y="0"/>
                </a:lnTo>
                <a:lnTo>
                  <a:pt x="0" y="2975875"/>
                </a:lnTo>
                <a:lnTo>
                  <a:pt x="4264015" y="2975875"/>
                </a:lnTo>
                <a:lnTo>
                  <a:pt x="426401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66039" y="169708"/>
            <a:ext cx="9116793" cy="3783469"/>
          </a:xfrm>
          <a:custGeom>
            <a:avLst/>
            <a:gdLst/>
            <a:ahLst/>
            <a:cxnLst/>
            <a:rect r="r" b="b" t="t" l="l"/>
            <a:pathLst>
              <a:path h="3783469" w="9116793">
                <a:moveTo>
                  <a:pt x="0" y="0"/>
                </a:moveTo>
                <a:lnTo>
                  <a:pt x="9116793" y="0"/>
                </a:lnTo>
                <a:lnTo>
                  <a:pt x="9116793" y="3783469"/>
                </a:lnTo>
                <a:lnTo>
                  <a:pt x="0" y="37834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56198" y="4255739"/>
            <a:ext cx="7853270" cy="3691037"/>
          </a:xfrm>
          <a:custGeom>
            <a:avLst/>
            <a:gdLst/>
            <a:ahLst/>
            <a:cxnLst/>
            <a:rect r="r" b="b" t="t" l="l"/>
            <a:pathLst>
              <a:path h="3691037" w="7853270">
                <a:moveTo>
                  <a:pt x="0" y="0"/>
                </a:moveTo>
                <a:lnTo>
                  <a:pt x="7853269" y="0"/>
                </a:lnTo>
                <a:lnTo>
                  <a:pt x="7853269" y="3691037"/>
                </a:lnTo>
                <a:lnTo>
                  <a:pt x="0" y="36910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6039" y="7122720"/>
            <a:ext cx="4840200" cy="3164280"/>
          </a:xfrm>
          <a:custGeom>
            <a:avLst/>
            <a:gdLst/>
            <a:ahLst/>
            <a:cxnLst/>
            <a:rect r="r" b="b" t="t" l="l"/>
            <a:pathLst>
              <a:path h="3164280" w="4840200">
                <a:moveTo>
                  <a:pt x="0" y="0"/>
                </a:moveTo>
                <a:lnTo>
                  <a:pt x="4840200" y="0"/>
                </a:lnTo>
                <a:lnTo>
                  <a:pt x="4840200" y="3164280"/>
                </a:lnTo>
                <a:lnTo>
                  <a:pt x="0" y="3164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027879" y="458248"/>
            <a:ext cx="3231421" cy="9610175"/>
          </a:xfrm>
          <a:custGeom>
            <a:avLst/>
            <a:gdLst/>
            <a:ahLst/>
            <a:cxnLst/>
            <a:rect r="r" b="b" t="t" l="l"/>
            <a:pathLst>
              <a:path h="9610175" w="3231421">
                <a:moveTo>
                  <a:pt x="0" y="0"/>
                </a:moveTo>
                <a:lnTo>
                  <a:pt x="3231421" y="0"/>
                </a:lnTo>
                <a:lnTo>
                  <a:pt x="3231421" y="9610175"/>
                </a:lnTo>
                <a:lnTo>
                  <a:pt x="0" y="96101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272" y="476548"/>
            <a:ext cx="8310687" cy="3635926"/>
          </a:xfrm>
          <a:custGeom>
            <a:avLst/>
            <a:gdLst/>
            <a:ahLst/>
            <a:cxnLst/>
            <a:rect r="r" b="b" t="t" l="l"/>
            <a:pathLst>
              <a:path h="3635926" w="8310687">
                <a:moveTo>
                  <a:pt x="0" y="0"/>
                </a:moveTo>
                <a:lnTo>
                  <a:pt x="8310687" y="0"/>
                </a:lnTo>
                <a:lnTo>
                  <a:pt x="8310687" y="3635926"/>
                </a:lnTo>
                <a:lnTo>
                  <a:pt x="0" y="3635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8275" y="5210566"/>
            <a:ext cx="7911207" cy="3777601"/>
          </a:xfrm>
          <a:custGeom>
            <a:avLst/>
            <a:gdLst/>
            <a:ahLst/>
            <a:cxnLst/>
            <a:rect r="r" b="b" t="t" l="l"/>
            <a:pathLst>
              <a:path h="3777601" w="7911207">
                <a:moveTo>
                  <a:pt x="0" y="0"/>
                </a:moveTo>
                <a:lnTo>
                  <a:pt x="7911207" y="0"/>
                </a:lnTo>
                <a:lnTo>
                  <a:pt x="7911207" y="3777601"/>
                </a:lnTo>
                <a:lnTo>
                  <a:pt x="0" y="3777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63325" y="199199"/>
            <a:ext cx="8501107" cy="4548092"/>
          </a:xfrm>
          <a:custGeom>
            <a:avLst/>
            <a:gdLst/>
            <a:ahLst/>
            <a:cxnLst/>
            <a:rect r="r" b="b" t="t" l="l"/>
            <a:pathLst>
              <a:path h="4548092" w="8501107">
                <a:moveTo>
                  <a:pt x="0" y="0"/>
                </a:moveTo>
                <a:lnTo>
                  <a:pt x="8501107" y="0"/>
                </a:lnTo>
                <a:lnTo>
                  <a:pt x="8501107" y="4548092"/>
                </a:lnTo>
                <a:lnTo>
                  <a:pt x="0" y="45480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7232" y="4632179"/>
            <a:ext cx="8586768" cy="4626121"/>
          </a:xfrm>
          <a:custGeom>
            <a:avLst/>
            <a:gdLst/>
            <a:ahLst/>
            <a:cxnLst/>
            <a:rect r="r" b="b" t="t" l="l"/>
            <a:pathLst>
              <a:path h="4626121" w="8586768">
                <a:moveTo>
                  <a:pt x="0" y="0"/>
                </a:moveTo>
                <a:lnTo>
                  <a:pt x="8586768" y="0"/>
                </a:lnTo>
                <a:lnTo>
                  <a:pt x="8586768" y="4626121"/>
                </a:lnTo>
                <a:lnTo>
                  <a:pt x="0" y="46261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4088" y="0"/>
            <a:ext cx="19073252" cy="10287000"/>
            <a:chOff x="0" y="0"/>
            <a:chExt cx="25431003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715003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2748142"/>
            <a:ext cx="18288000" cy="4790716"/>
            <a:chOff x="0" y="0"/>
            <a:chExt cx="4816593" cy="1261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261752"/>
            </a:xfrm>
            <a:custGeom>
              <a:avLst/>
              <a:gdLst/>
              <a:ahLst/>
              <a:cxnLst/>
              <a:rect r="r" b="b" t="t" l="l"/>
              <a:pathLst>
                <a:path h="1261752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261752"/>
                  </a:lnTo>
                  <a:lnTo>
                    <a:pt x="0" y="1261752"/>
                  </a:lnTo>
                  <a:close/>
                </a:path>
              </a:pathLst>
            </a:custGeom>
            <a:solidFill>
              <a:srgbClr val="6A8B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309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748142"/>
            <a:ext cx="4790716" cy="4790716"/>
          </a:xfrm>
          <a:custGeom>
            <a:avLst/>
            <a:gdLst/>
            <a:ahLst/>
            <a:cxnLst/>
            <a:rect r="r" b="b" t="t" l="l"/>
            <a:pathLst>
              <a:path h="4790716" w="4790716">
                <a:moveTo>
                  <a:pt x="0" y="0"/>
                </a:moveTo>
                <a:lnTo>
                  <a:pt x="4790716" y="0"/>
                </a:lnTo>
                <a:lnTo>
                  <a:pt x="4790716" y="4790716"/>
                </a:lnTo>
                <a:lnTo>
                  <a:pt x="0" y="479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95016" y="2748142"/>
            <a:ext cx="4790716" cy="4790716"/>
          </a:xfrm>
          <a:custGeom>
            <a:avLst/>
            <a:gdLst/>
            <a:ahLst/>
            <a:cxnLst/>
            <a:rect r="r" b="b" t="t" l="l"/>
            <a:pathLst>
              <a:path h="4790716" w="4790716">
                <a:moveTo>
                  <a:pt x="0" y="0"/>
                </a:moveTo>
                <a:lnTo>
                  <a:pt x="4790716" y="0"/>
                </a:lnTo>
                <a:lnTo>
                  <a:pt x="4790716" y="4790716"/>
                </a:lnTo>
                <a:lnTo>
                  <a:pt x="0" y="4790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549412" y="1860300"/>
            <a:ext cx="9968466" cy="7551415"/>
            <a:chOff x="0" y="0"/>
            <a:chExt cx="2625440" cy="1988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625440" cy="1988850"/>
            </a:xfrm>
            <a:custGeom>
              <a:avLst/>
              <a:gdLst/>
              <a:ahLst/>
              <a:cxnLst/>
              <a:rect r="r" b="b" t="t" l="l"/>
              <a:pathLst>
                <a:path h="1988850" w="2625440">
                  <a:moveTo>
                    <a:pt x="39609" y="0"/>
                  </a:moveTo>
                  <a:lnTo>
                    <a:pt x="2585831" y="0"/>
                  </a:lnTo>
                  <a:cubicBezTo>
                    <a:pt x="2607706" y="0"/>
                    <a:pt x="2625440" y="17733"/>
                    <a:pt x="2625440" y="39609"/>
                  </a:cubicBezTo>
                  <a:lnTo>
                    <a:pt x="2625440" y="1949241"/>
                  </a:lnTo>
                  <a:cubicBezTo>
                    <a:pt x="2625440" y="1971117"/>
                    <a:pt x="2607706" y="1988850"/>
                    <a:pt x="2585831" y="1988850"/>
                  </a:cubicBezTo>
                  <a:lnTo>
                    <a:pt x="39609" y="1988850"/>
                  </a:lnTo>
                  <a:cubicBezTo>
                    <a:pt x="17733" y="1988850"/>
                    <a:pt x="0" y="1971117"/>
                    <a:pt x="0" y="1949241"/>
                  </a:cubicBezTo>
                  <a:lnTo>
                    <a:pt x="0" y="39609"/>
                  </a:lnTo>
                  <a:cubicBezTo>
                    <a:pt x="0" y="17733"/>
                    <a:pt x="17733" y="0"/>
                    <a:pt x="39609" y="0"/>
                  </a:cubicBezTo>
                  <a:close/>
                </a:path>
              </a:pathLst>
            </a:custGeom>
            <a:solidFill>
              <a:srgbClr val="31373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2625440" cy="2036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68290" y="1483761"/>
            <a:ext cx="9951420" cy="7581172"/>
          </a:xfrm>
          <a:custGeom>
            <a:avLst/>
            <a:gdLst/>
            <a:ahLst/>
            <a:cxnLst/>
            <a:rect r="r" b="b" t="t" l="l"/>
            <a:pathLst>
              <a:path h="7581172" w="9951420">
                <a:moveTo>
                  <a:pt x="0" y="0"/>
                </a:moveTo>
                <a:lnTo>
                  <a:pt x="9951420" y="0"/>
                </a:lnTo>
                <a:lnTo>
                  <a:pt x="9951420" y="7581172"/>
                </a:lnTo>
                <a:lnTo>
                  <a:pt x="0" y="75811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270577" y="6808075"/>
            <a:ext cx="1961415" cy="2256858"/>
          </a:xfrm>
          <a:custGeom>
            <a:avLst/>
            <a:gdLst/>
            <a:ahLst/>
            <a:cxnLst/>
            <a:rect r="r" b="b" t="t" l="l"/>
            <a:pathLst>
              <a:path h="2256858" w="1961415">
                <a:moveTo>
                  <a:pt x="0" y="0"/>
                </a:moveTo>
                <a:lnTo>
                  <a:pt x="1961415" y="0"/>
                </a:lnTo>
                <a:lnTo>
                  <a:pt x="1961415" y="2256858"/>
                </a:lnTo>
                <a:lnTo>
                  <a:pt x="0" y="22568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812727" y="137233"/>
            <a:ext cx="4359454" cy="642029"/>
          </a:xfrm>
          <a:custGeom>
            <a:avLst/>
            <a:gdLst/>
            <a:ahLst/>
            <a:cxnLst/>
            <a:rect r="r" b="b" t="t" l="l"/>
            <a:pathLst>
              <a:path h="642029" w="4359454">
                <a:moveTo>
                  <a:pt x="0" y="0"/>
                </a:moveTo>
                <a:lnTo>
                  <a:pt x="4359454" y="0"/>
                </a:lnTo>
                <a:lnTo>
                  <a:pt x="4359454" y="642029"/>
                </a:lnTo>
                <a:lnTo>
                  <a:pt x="0" y="6420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366126" y="169708"/>
            <a:ext cx="2921874" cy="609554"/>
          </a:xfrm>
          <a:custGeom>
            <a:avLst/>
            <a:gdLst/>
            <a:ahLst/>
            <a:cxnLst/>
            <a:rect r="r" b="b" t="t" l="l"/>
            <a:pathLst>
              <a:path h="609554" w="2921874">
                <a:moveTo>
                  <a:pt x="0" y="0"/>
                </a:moveTo>
                <a:lnTo>
                  <a:pt x="2921874" y="0"/>
                </a:lnTo>
                <a:lnTo>
                  <a:pt x="2921874" y="609554"/>
                </a:lnTo>
                <a:lnTo>
                  <a:pt x="0" y="6095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651009" y="4595635"/>
            <a:ext cx="8985982" cy="1852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0"/>
              </a:lnSpc>
            </a:pPr>
            <a:r>
              <a:rPr lang="en-US" sz="10700">
                <a:solidFill>
                  <a:srgbClr val="000000"/>
                </a:solidFill>
                <a:latin typeface="TC Milo"/>
                <a:ea typeface="TC Milo"/>
                <a:cs typeface="TC Milo"/>
                <a:sym typeface="TC Milo"/>
              </a:rPr>
              <a:t>Terima Kasih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14215149" y="7400061"/>
            <a:ext cx="4264015" cy="2975876"/>
          </a:xfrm>
          <a:custGeom>
            <a:avLst/>
            <a:gdLst/>
            <a:ahLst/>
            <a:cxnLst/>
            <a:rect r="r" b="b" t="t" l="l"/>
            <a:pathLst>
              <a:path h="2975876" w="4264015">
                <a:moveTo>
                  <a:pt x="4264015" y="0"/>
                </a:moveTo>
                <a:lnTo>
                  <a:pt x="0" y="0"/>
                </a:lnTo>
                <a:lnTo>
                  <a:pt x="0" y="2975875"/>
                </a:lnTo>
                <a:lnTo>
                  <a:pt x="4264015" y="2975875"/>
                </a:lnTo>
                <a:lnTo>
                  <a:pt x="4264015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0" y="8097783"/>
            <a:ext cx="2069805" cy="2189217"/>
          </a:xfrm>
          <a:custGeom>
            <a:avLst/>
            <a:gdLst/>
            <a:ahLst/>
            <a:cxnLst/>
            <a:rect r="r" b="b" t="t" l="l"/>
            <a:pathLst>
              <a:path h="2189217" w="2069805">
                <a:moveTo>
                  <a:pt x="0" y="0"/>
                </a:moveTo>
                <a:lnTo>
                  <a:pt x="2069805" y="0"/>
                </a:lnTo>
                <a:lnTo>
                  <a:pt x="2069805" y="2189217"/>
                </a:lnTo>
                <a:lnTo>
                  <a:pt x="0" y="21892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DAGUod9Vkz8</dc:identifier>
  <dcterms:modified xsi:type="dcterms:W3CDTF">2011-08-01T06:04:30Z</dcterms:modified>
  <cp:revision>1</cp:revision>
  <dc:title>Hijau dan Putih Minimalis Tugas Sekolah Presentasi</dc:title>
</cp:coreProperties>
</file>