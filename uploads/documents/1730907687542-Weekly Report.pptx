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Lucky Bones" charset="1" panose="00000800000000000000"/>
      <p:regular r:id="rId10"/>
    </p:embeddedFont>
    <p:embeddedFont>
      <p:font typeface="Tropika" charset="1" panose="00000500000000000000"/>
      <p:regular r:id="rId11"/>
    </p:embeddedFont>
    <p:embeddedFont>
      <p:font typeface="มอนตี้ Bold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56191" y="-4908019"/>
            <a:ext cx="16294455" cy="20103038"/>
          </a:xfrm>
          <a:custGeom>
            <a:avLst/>
            <a:gdLst/>
            <a:ahLst/>
            <a:cxnLst/>
            <a:rect r="r" b="b" t="t" l="l"/>
            <a:pathLst>
              <a:path h="20103038" w="16294455">
                <a:moveTo>
                  <a:pt x="0" y="0"/>
                </a:moveTo>
                <a:lnTo>
                  <a:pt x="16294454" y="0"/>
                </a:lnTo>
                <a:lnTo>
                  <a:pt x="16294454" y="20103038"/>
                </a:lnTo>
                <a:lnTo>
                  <a:pt x="0" y="2010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11567" y="1327419"/>
            <a:ext cx="15183701" cy="7742018"/>
            <a:chOff x="0" y="0"/>
            <a:chExt cx="2935740" cy="14969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5740" cy="1496905"/>
            </a:xfrm>
            <a:custGeom>
              <a:avLst/>
              <a:gdLst/>
              <a:ahLst/>
              <a:cxnLst/>
              <a:rect r="r" b="b" t="t" l="l"/>
              <a:pathLst>
                <a:path h="1496905" w="2935740">
                  <a:moveTo>
                    <a:pt x="24984" y="0"/>
                  </a:moveTo>
                  <a:lnTo>
                    <a:pt x="2910756" y="0"/>
                  </a:lnTo>
                  <a:cubicBezTo>
                    <a:pt x="2924554" y="0"/>
                    <a:pt x="2935740" y="11186"/>
                    <a:pt x="2935740" y="24984"/>
                  </a:cubicBezTo>
                  <a:lnTo>
                    <a:pt x="2935740" y="1471920"/>
                  </a:lnTo>
                  <a:cubicBezTo>
                    <a:pt x="2935740" y="1485719"/>
                    <a:pt x="2924554" y="1496905"/>
                    <a:pt x="2910756" y="1496905"/>
                  </a:cubicBezTo>
                  <a:lnTo>
                    <a:pt x="24984" y="1496905"/>
                  </a:lnTo>
                  <a:cubicBezTo>
                    <a:pt x="18358" y="1496905"/>
                    <a:pt x="12003" y="1494272"/>
                    <a:pt x="7318" y="1489587"/>
                  </a:cubicBezTo>
                  <a:cubicBezTo>
                    <a:pt x="2632" y="1484902"/>
                    <a:pt x="0" y="1478547"/>
                    <a:pt x="0" y="1471920"/>
                  </a:cubicBezTo>
                  <a:lnTo>
                    <a:pt x="0" y="24984"/>
                  </a:lnTo>
                  <a:cubicBezTo>
                    <a:pt x="0" y="18358"/>
                    <a:pt x="2632" y="12003"/>
                    <a:pt x="7318" y="7318"/>
                  </a:cubicBezTo>
                  <a:cubicBezTo>
                    <a:pt x="12003" y="2632"/>
                    <a:pt x="18358" y="0"/>
                    <a:pt x="24984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935740" cy="1525480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11567" y="3665598"/>
            <a:ext cx="15183701" cy="379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9"/>
              </a:lnSpc>
            </a:pPr>
            <a:r>
              <a:rPr lang="en-US" sz="22200" spc="1221">
                <a:solidFill>
                  <a:srgbClr val="FAB30C"/>
                </a:solidFill>
                <a:latin typeface="Lucky Bones"/>
                <a:ea typeface="Lucky Bones"/>
                <a:cs typeface="Lucky Bones"/>
                <a:sym typeface="Lucky Bones"/>
              </a:rPr>
              <a:t>Report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121908" y="1646380"/>
            <a:ext cx="2684686" cy="2325609"/>
          </a:xfrm>
          <a:custGeom>
            <a:avLst/>
            <a:gdLst/>
            <a:ahLst/>
            <a:cxnLst/>
            <a:rect r="r" b="b" t="t" l="l"/>
            <a:pathLst>
              <a:path h="2325609" w="2684686">
                <a:moveTo>
                  <a:pt x="0" y="0"/>
                </a:moveTo>
                <a:lnTo>
                  <a:pt x="2684686" y="0"/>
                </a:lnTo>
                <a:lnTo>
                  <a:pt x="2684686" y="2325609"/>
                </a:lnTo>
                <a:lnTo>
                  <a:pt x="0" y="2325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57255" y="2356107"/>
            <a:ext cx="13354563" cy="272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8"/>
              </a:lnSpc>
            </a:pPr>
            <a:r>
              <a:rPr lang="en-US" sz="15913" spc="1050">
                <a:solidFill>
                  <a:srgbClr val="FAB30C"/>
                </a:solidFill>
                <a:latin typeface="Lucky Bones"/>
                <a:ea typeface="Lucky Bones"/>
                <a:cs typeface="Lucky Bones"/>
                <a:sym typeface="Lucky Bones"/>
              </a:rPr>
              <a:t>Weekly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3650892">
            <a:off x="1779018" y="2945842"/>
            <a:ext cx="2100325" cy="1819406"/>
          </a:xfrm>
          <a:custGeom>
            <a:avLst/>
            <a:gdLst/>
            <a:ahLst/>
            <a:cxnLst/>
            <a:rect r="r" b="b" t="t" l="l"/>
            <a:pathLst>
              <a:path h="1819406" w="2100325">
                <a:moveTo>
                  <a:pt x="0" y="0"/>
                </a:moveTo>
                <a:lnTo>
                  <a:pt x="2100325" y="0"/>
                </a:lnTo>
                <a:lnTo>
                  <a:pt x="2100325" y="1819406"/>
                </a:lnTo>
                <a:lnTo>
                  <a:pt x="0" y="1819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999077" y="8703437"/>
            <a:ext cx="4280383" cy="1085847"/>
            <a:chOff x="0" y="0"/>
            <a:chExt cx="1127344" cy="2859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7344" cy="285984"/>
            </a:xfrm>
            <a:custGeom>
              <a:avLst/>
              <a:gdLst/>
              <a:ahLst/>
              <a:cxnLst/>
              <a:rect r="r" b="b" t="t" l="l"/>
              <a:pathLst>
                <a:path h="285984" w="1127344">
                  <a:moveTo>
                    <a:pt x="21704" y="0"/>
                  </a:moveTo>
                  <a:lnTo>
                    <a:pt x="1105639" y="0"/>
                  </a:lnTo>
                  <a:cubicBezTo>
                    <a:pt x="1117626" y="0"/>
                    <a:pt x="1127344" y="9717"/>
                    <a:pt x="1127344" y="21704"/>
                  </a:cubicBezTo>
                  <a:lnTo>
                    <a:pt x="1127344" y="264280"/>
                  </a:lnTo>
                  <a:cubicBezTo>
                    <a:pt x="1127344" y="270036"/>
                    <a:pt x="1125057" y="275557"/>
                    <a:pt x="1120987" y="279627"/>
                  </a:cubicBezTo>
                  <a:cubicBezTo>
                    <a:pt x="1116916" y="283698"/>
                    <a:pt x="1111396" y="285984"/>
                    <a:pt x="1105639" y="285984"/>
                  </a:cubicBezTo>
                  <a:lnTo>
                    <a:pt x="21704" y="285984"/>
                  </a:lnTo>
                  <a:cubicBezTo>
                    <a:pt x="15948" y="285984"/>
                    <a:pt x="10427" y="283698"/>
                    <a:pt x="6357" y="279627"/>
                  </a:cubicBezTo>
                  <a:cubicBezTo>
                    <a:pt x="2287" y="275557"/>
                    <a:pt x="0" y="270036"/>
                    <a:pt x="0" y="264280"/>
                  </a:cubicBezTo>
                  <a:lnTo>
                    <a:pt x="0" y="21704"/>
                  </a:lnTo>
                  <a:cubicBezTo>
                    <a:pt x="0" y="15948"/>
                    <a:pt x="2287" y="10427"/>
                    <a:pt x="6357" y="6357"/>
                  </a:cubicBezTo>
                  <a:cubicBezTo>
                    <a:pt x="10427" y="2287"/>
                    <a:pt x="15948" y="0"/>
                    <a:pt x="21704" y="0"/>
                  </a:cubicBezTo>
                  <a:close/>
                </a:path>
              </a:pathLst>
            </a:custGeom>
            <a:solidFill>
              <a:srgbClr val="FDBFD5"/>
            </a:solidFill>
            <a:ln w="76200" cap="sq">
              <a:solidFill>
                <a:srgbClr val="984E1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127344" cy="362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59"/>
                </a:lnSpc>
              </a:pPr>
              <a:r>
                <a:rPr lang="en-US" sz="3899" spc="230">
                  <a:solidFill>
                    <a:srgbClr val="984E11"/>
                  </a:solidFill>
                  <a:latin typeface="Tropika"/>
                  <a:ea typeface="Tropika"/>
                  <a:cs typeface="Tropika"/>
                  <a:sym typeface="Tropika"/>
                </a:rPr>
                <a:t>Samuel Sukarno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031421" y="1758527"/>
            <a:ext cx="2555223" cy="2213462"/>
          </a:xfrm>
          <a:custGeom>
            <a:avLst/>
            <a:gdLst/>
            <a:ahLst/>
            <a:cxnLst/>
            <a:rect r="r" b="b" t="t" l="l"/>
            <a:pathLst>
              <a:path h="2213462" w="2555223">
                <a:moveTo>
                  <a:pt x="0" y="0"/>
                </a:moveTo>
                <a:lnTo>
                  <a:pt x="2555222" y="0"/>
                </a:lnTo>
                <a:lnTo>
                  <a:pt x="2555222" y="2213462"/>
                </a:lnTo>
                <a:lnTo>
                  <a:pt x="0" y="2213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650892">
            <a:off x="14841037" y="3054628"/>
            <a:ext cx="1941563" cy="1681879"/>
          </a:xfrm>
          <a:custGeom>
            <a:avLst/>
            <a:gdLst/>
            <a:ahLst/>
            <a:cxnLst/>
            <a:rect r="r" b="b" t="t" l="l"/>
            <a:pathLst>
              <a:path h="1681879" w="1941563">
                <a:moveTo>
                  <a:pt x="0" y="0"/>
                </a:moveTo>
                <a:lnTo>
                  <a:pt x="1941563" y="0"/>
                </a:lnTo>
                <a:lnTo>
                  <a:pt x="1941563" y="1681879"/>
                </a:lnTo>
                <a:lnTo>
                  <a:pt x="0" y="16818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56191" y="-4908019"/>
            <a:ext cx="16294455" cy="20103038"/>
          </a:xfrm>
          <a:custGeom>
            <a:avLst/>
            <a:gdLst/>
            <a:ahLst/>
            <a:cxnLst/>
            <a:rect r="r" b="b" t="t" l="l"/>
            <a:pathLst>
              <a:path h="20103038" w="16294455">
                <a:moveTo>
                  <a:pt x="0" y="0"/>
                </a:moveTo>
                <a:lnTo>
                  <a:pt x="16294454" y="0"/>
                </a:lnTo>
                <a:lnTo>
                  <a:pt x="16294454" y="20103038"/>
                </a:lnTo>
                <a:lnTo>
                  <a:pt x="0" y="2010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2149" y="1028700"/>
            <a:ext cx="15183701" cy="8229600"/>
            <a:chOff x="0" y="0"/>
            <a:chExt cx="2935740" cy="15911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5740" cy="1591178"/>
            </a:xfrm>
            <a:custGeom>
              <a:avLst/>
              <a:gdLst/>
              <a:ahLst/>
              <a:cxnLst/>
              <a:rect r="r" b="b" t="t" l="l"/>
              <a:pathLst>
                <a:path h="1591178" w="2935740">
                  <a:moveTo>
                    <a:pt x="24984" y="0"/>
                  </a:moveTo>
                  <a:lnTo>
                    <a:pt x="2910756" y="0"/>
                  </a:lnTo>
                  <a:cubicBezTo>
                    <a:pt x="2924554" y="0"/>
                    <a:pt x="2935740" y="11186"/>
                    <a:pt x="2935740" y="24984"/>
                  </a:cubicBezTo>
                  <a:lnTo>
                    <a:pt x="2935740" y="1566193"/>
                  </a:lnTo>
                  <a:cubicBezTo>
                    <a:pt x="2935740" y="1572820"/>
                    <a:pt x="2933108" y="1579174"/>
                    <a:pt x="2928422" y="1583860"/>
                  </a:cubicBezTo>
                  <a:cubicBezTo>
                    <a:pt x="2923737" y="1588545"/>
                    <a:pt x="2917382" y="1591178"/>
                    <a:pt x="2910756" y="1591178"/>
                  </a:cubicBezTo>
                  <a:lnTo>
                    <a:pt x="24984" y="1591178"/>
                  </a:lnTo>
                  <a:cubicBezTo>
                    <a:pt x="11186" y="1591178"/>
                    <a:pt x="0" y="1579992"/>
                    <a:pt x="0" y="1566193"/>
                  </a:cubicBezTo>
                  <a:lnTo>
                    <a:pt x="0" y="24984"/>
                  </a:lnTo>
                  <a:cubicBezTo>
                    <a:pt x="0" y="18358"/>
                    <a:pt x="2632" y="12003"/>
                    <a:pt x="7318" y="7318"/>
                  </a:cubicBezTo>
                  <a:cubicBezTo>
                    <a:pt x="12003" y="2632"/>
                    <a:pt x="18358" y="0"/>
                    <a:pt x="24984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935740" cy="1619753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49173" y="2014258"/>
            <a:ext cx="12556002" cy="5421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6104"/>
              </a:lnSpc>
              <a:buFont typeface="Arial"/>
              <a:buChar char="•"/>
            </a:pPr>
            <a:r>
              <a:rPr lang="en-US" sz="5600" spc="224">
                <a:solidFill>
                  <a:srgbClr val="FAB30C"/>
                </a:solidFill>
                <a:latin typeface="Lucky Bones"/>
                <a:ea typeface="Lucky Bones"/>
                <a:cs typeface="Lucky Bones"/>
                <a:sym typeface="Lucky Bones"/>
              </a:rPr>
              <a:t>Membuat isi-isi dari menu/sub menu dan halaman dashboard menggunakan data dummy</a:t>
            </a:r>
          </a:p>
          <a:p>
            <a:pPr algn="l" marL="1209041" indent="-604520" lvl="1">
              <a:lnSpc>
                <a:spcPts val="6104"/>
              </a:lnSpc>
              <a:buFont typeface="Arial"/>
              <a:buChar char="•"/>
            </a:pPr>
            <a:r>
              <a:rPr lang="en-US" sz="5600" spc="224">
                <a:solidFill>
                  <a:srgbClr val="FAB30C"/>
                </a:solidFill>
                <a:latin typeface="Lucky Bones"/>
                <a:ea typeface="Lucky Bones"/>
                <a:cs typeface="Lucky Bones"/>
                <a:sym typeface="Lucky Bones"/>
              </a:rPr>
              <a:t>Membuat Detail Bisnis Unit, karir page dan integrasi API</a:t>
            </a:r>
          </a:p>
          <a:p>
            <a:pPr algn="l" marL="1209041" indent="-604520" lvl="1">
              <a:lnSpc>
                <a:spcPts val="6104"/>
              </a:lnSpc>
              <a:buFont typeface="Arial"/>
              <a:buChar char="•"/>
            </a:pPr>
            <a:r>
              <a:rPr lang="en-US" sz="5600" spc="224">
                <a:solidFill>
                  <a:srgbClr val="FAB30C"/>
                </a:solidFill>
                <a:latin typeface="Lucky Bones"/>
                <a:ea typeface="Lucky Bones"/>
                <a:cs typeface="Lucky Bones"/>
                <a:sym typeface="Lucky Bones"/>
              </a:rPr>
              <a:t>Memperbaiki kesalahan integrasi API Blog, Studycase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909178" y="8631267"/>
            <a:ext cx="6469643" cy="819149"/>
            <a:chOff x="0" y="0"/>
            <a:chExt cx="1703939" cy="2157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3939" cy="215743"/>
            </a:xfrm>
            <a:custGeom>
              <a:avLst/>
              <a:gdLst/>
              <a:ahLst/>
              <a:cxnLst/>
              <a:rect r="r" b="b" t="t" l="l"/>
              <a:pathLst>
                <a:path h="215743" w="1703939">
                  <a:moveTo>
                    <a:pt x="29916" y="0"/>
                  </a:moveTo>
                  <a:lnTo>
                    <a:pt x="1674023" y="0"/>
                  </a:lnTo>
                  <a:cubicBezTo>
                    <a:pt x="1690545" y="0"/>
                    <a:pt x="1703939" y="13394"/>
                    <a:pt x="1703939" y="29916"/>
                  </a:cubicBezTo>
                  <a:lnTo>
                    <a:pt x="1703939" y="185827"/>
                  </a:lnTo>
                  <a:cubicBezTo>
                    <a:pt x="1703939" y="202349"/>
                    <a:pt x="1690545" y="215743"/>
                    <a:pt x="1674023" y="215743"/>
                  </a:cubicBezTo>
                  <a:lnTo>
                    <a:pt x="29916" y="215743"/>
                  </a:lnTo>
                  <a:cubicBezTo>
                    <a:pt x="13394" y="215743"/>
                    <a:pt x="0" y="202349"/>
                    <a:pt x="0" y="185827"/>
                  </a:cubicBezTo>
                  <a:lnTo>
                    <a:pt x="0" y="29916"/>
                  </a:lnTo>
                  <a:cubicBezTo>
                    <a:pt x="0" y="13394"/>
                    <a:pt x="13394" y="0"/>
                    <a:pt x="29916" y="0"/>
                  </a:cubicBezTo>
                  <a:close/>
                </a:path>
              </a:pathLst>
            </a:custGeom>
            <a:solidFill>
              <a:srgbClr val="FDBFD5"/>
            </a:solidFill>
            <a:ln w="85725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703939" cy="263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2699" spc="159">
                  <a:solidFill>
                    <a:srgbClr val="984E11"/>
                  </a:solidFill>
                  <a:latin typeface="Tropika"/>
                  <a:ea typeface="Tropika"/>
                  <a:cs typeface="Tropika"/>
                  <a:sym typeface="Tropika"/>
                </a:rPr>
                <a:t>WEEKLY REPORT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3959" y="1957108"/>
            <a:ext cx="1848285" cy="1848285"/>
          </a:xfrm>
          <a:custGeom>
            <a:avLst/>
            <a:gdLst/>
            <a:ahLst/>
            <a:cxnLst/>
            <a:rect r="r" b="b" t="t" l="l"/>
            <a:pathLst>
              <a:path h="1848285" w="1848285">
                <a:moveTo>
                  <a:pt x="0" y="0"/>
                </a:moveTo>
                <a:lnTo>
                  <a:pt x="1848284" y="0"/>
                </a:lnTo>
                <a:lnTo>
                  <a:pt x="1848284" y="1848285"/>
                </a:lnTo>
                <a:lnTo>
                  <a:pt x="0" y="18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49173" y="1365942"/>
            <a:ext cx="1182333" cy="1182333"/>
          </a:xfrm>
          <a:custGeom>
            <a:avLst/>
            <a:gdLst/>
            <a:ahLst/>
            <a:cxnLst/>
            <a:rect r="r" b="b" t="t" l="l"/>
            <a:pathLst>
              <a:path h="1182333" w="1182333">
                <a:moveTo>
                  <a:pt x="0" y="0"/>
                </a:moveTo>
                <a:lnTo>
                  <a:pt x="1182333" y="0"/>
                </a:lnTo>
                <a:lnTo>
                  <a:pt x="1182333" y="1182333"/>
                </a:lnTo>
                <a:lnTo>
                  <a:pt x="0" y="118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4887566" y="6960164"/>
            <a:ext cx="1848285" cy="1848285"/>
          </a:xfrm>
          <a:custGeom>
            <a:avLst/>
            <a:gdLst/>
            <a:ahLst/>
            <a:cxnLst/>
            <a:rect r="r" b="b" t="t" l="l"/>
            <a:pathLst>
              <a:path h="1848285" w="1848285">
                <a:moveTo>
                  <a:pt x="0" y="0"/>
                </a:moveTo>
                <a:lnTo>
                  <a:pt x="1848285" y="0"/>
                </a:lnTo>
                <a:lnTo>
                  <a:pt x="1848285" y="1848285"/>
                </a:lnTo>
                <a:lnTo>
                  <a:pt x="0" y="1848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4098304" y="8217283"/>
            <a:ext cx="1182333" cy="1182333"/>
          </a:xfrm>
          <a:custGeom>
            <a:avLst/>
            <a:gdLst/>
            <a:ahLst/>
            <a:cxnLst/>
            <a:rect r="r" b="b" t="t" l="l"/>
            <a:pathLst>
              <a:path h="1182333" w="1182333">
                <a:moveTo>
                  <a:pt x="0" y="0"/>
                </a:moveTo>
                <a:lnTo>
                  <a:pt x="1182333" y="0"/>
                </a:lnTo>
                <a:lnTo>
                  <a:pt x="1182333" y="1182333"/>
                </a:lnTo>
                <a:lnTo>
                  <a:pt x="0" y="118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799804" y="-5589596"/>
            <a:ext cx="12074733" cy="21466192"/>
          </a:xfrm>
          <a:custGeom>
            <a:avLst/>
            <a:gdLst/>
            <a:ahLst/>
            <a:cxnLst/>
            <a:rect r="r" b="b" t="t" l="l"/>
            <a:pathLst>
              <a:path h="21466192" w="12074733">
                <a:moveTo>
                  <a:pt x="0" y="0"/>
                </a:moveTo>
                <a:lnTo>
                  <a:pt x="12074733" y="0"/>
                </a:lnTo>
                <a:lnTo>
                  <a:pt x="12074733" y="21466192"/>
                </a:lnTo>
                <a:lnTo>
                  <a:pt x="0" y="21466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87058" cy="8612397"/>
            <a:chOff x="0" y="0"/>
            <a:chExt cx="3149072" cy="16651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49072" cy="1665191"/>
            </a:xfrm>
            <a:custGeom>
              <a:avLst/>
              <a:gdLst/>
              <a:ahLst/>
              <a:cxnLst/>
              <a:rect r="r" b="b" t="t" l="l"/>
              <a:pathLst>
                <a:path h="1665191" w="3149072">
                  <a:moveTo>
                    <a:pt x="23292" y="0"/>
                  </a:moveTo>
                  <a:lnTo>
                    <a:pt x="3125780" y="0"/>
                  </a:lnTo>
                  <a:cubicBezTo>
                    <a:pt x="3138644" y="0"/>
                    <a:pt x="3149072" y="10428"/>
                    <a:pt x="3149072" y="23292"/>
                  </a:cubicBezTo>
                  <a:lnTo>
                    <a:pt x="3149072" y="1641899"/>
                  </a:lnTo>
                  <a:cubicBezTo>
                    <a:pt x="3149072" y="1654763"/>
                    <a:pt x="3138644" y="1665191"/>
                    <a:pt x="3125780" y="1665191"/>
                  </a:cubicBezTo>
                  <a:lnTo>
                    <a:pt x="23292" y="1665191"/>
                  </a:lnTo>
                  <a:cubicBezTo>
                    <a:pt x="10428" y="1665191"/>
                    <a:pt x="0" y="1654763"/>
                    <a:pt x="0" y="1641899"/>
                  </a:cubicBezTo>
                  <a:lnTo>
                    <a:pt x="0" y="23292"/>
                  </a:lnTo>
                  <a:cubicBezTo>
                    <a:pt x="0" y="10428"/>
                    <a:pt x="10428" y="0"/>
                    <a:pt x="23292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149072" cy="1693766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45788" y="2211003"/>
            <a:ext cx="2934188" cy="6957228"/>
            <a:chOff x="0" y="0"/>
            <a:chExt cx="567320" cy="13451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7320" cy="1345167"/>
            </a:xfrm>
            <a:custGeom>
              <a:avLst/>
              <a:gdLst/>
              <a:ahLst/>
              <a:cxnLst/>
              <a:rect r="r" b="b" t="t" l="l"/>
              <a:pathLst>
                <a:path h="1345167" w="567320">
                  <a:moveTo>
                    <a:pt x="129288" y="0"/>
                  </a:moveTo>
                  <a:lnTo>
                    <a:pt x="438032" y="0"/>
                  </a:lnTo>
                  <a:cubicBezTo>
                    <a:pt x="509436" y="0"/>
                    <a:pt x="567320" y="57884"/>
                    <a:pt x="567320" y="129288"/>
                  </a:cubicBezTo>
                  <a:lnTo>
                    <a:pt x="567320" y="1215879"/>
                  </a:lnTo>
                  <a:cubicBezTo>
                    <a:pt x="567320" y="1250168"/>
                    <a:pt x="553698" y="1283053"/>
                    <a:pt x="529452" y="1307299"/>
                  </a:cubicBezTo>
                  <a:cubicBezTo>
                    <a:pt x="505206" y="1331545"/>
                    <a:pt x="472321" y="1345167"/>
                    <a:pt x="438032" y="1345167"/>
                  </a:cubicBezTo>
                  <a:lnTo>
                    <a:pt x="129288" y="1345167"/>
                  </a:lnTo>
                  <a:cubicBezTo>
                    <a:pt x="94998" y="1345167"/>
                    <a:pt x="62114" y="1331545"/>
                    <a:pt x="37867" y="1307299"/>
                  </a:cubicBezTo>
                  <a:cubicBezTo>
                    <a:pt x="13621" y="1283053"/>
                    <a:pt x="0" y="1250168"/>
                    <a:pt x="0" y="1215879"/>
                  </a:cubicBezTo>
                  <a:lnTo>
                    <a:pt x="0" y="129288"/>
                  </a:lnTo>
                  <a:cubicBezTo>
                    <a:pt x="0" y="94998"/>
                    <a:pt x="13621" y="62114"/>
                    <a:pt x="37867" y="37867"/>
                  </a:cubicBezTo>
                  <a:cubicBezTo>
                    <a:pt x="62114" y="13621"/>
                    <a:pt x="94998" y="0"/>
                    <a:pt x="129288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67320" cy="1373742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80812" y="2532034"/>
            <a:ext cx="2506565" cy="942972"/>
            <a:chOff x="0" y="0"/>
            <a:chExt cx="660165" cy="2483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165" cy="248355"/>
            </a:xfrm>
            <a:custGeom>
              <a:avLst/>
              <a:gdLst/>
              <a:ahLst/>
              <a:cxnLst/>
              <a:rect r="r" b="b" t="t" l="l"/>
              <a:pathLst>
                <a:path h="248355" w="660165">
                  <a:moveTo>
                    <a:pt x="77216" y="0"/>
                  </a:moveTo>
                  <a:lnTo>
                    <a:pt x="582949" y="0"/>
                  </a:lnTo>
                  <a:cubicBezTo>
                    <a:pt x="603428" y="0"/>
                    <a:pt x="623068" y="8135"/>
                    <a:pt x="637549" y="22616"/>
                  </a:cubicBezTo>
                  <a:cubicBezTo>
                    <a:pt x="652030" y="37097"/>
                    <a:pt x="660165" y="56737"/>
                    <a:pt x="660165" y="77216"/>
                  </a:cubicBezTo>
                  <a:lnTo>
                    <a:pt x="660165" y="171138"/>
                  </a:lnTo>
                  <a:cubicBezTo>
                    <a:pt x="660165" y="191617"/>
                    <a:pt x="652030" y="211258"/>
                    <a:pt x="637549" y="225739"/>
                  </a:cubicBezTo>
                  <a:cubicBezTo>
                    <a:pt x="623068" y="240220"/>
                    <a:pt x="603428" y="248355"/>
                    <a:pt x="582949" y="248355"/>
                  </a:cubicBezTo>
                  <a:lnTo>
                    <a:pt x="77216" y="248355"/>
                  </a:lnTo>
                  <a:cubicBezTo>
                    <a:pt x="56737" y="248355"/>
                    <a:pt x="37097" y="240220"/>
                    <a:pt x="22616" y="225739"/>
                  </a:cubicBezTo>
                  <a:cubicBezTo>
                    <a:pt x="8135" y="211258"/>
                    <a:pt x="0" y="191617"/>
                    <a:pt x="0" y="171138"/>
                  </a:cubicBezTo>
                  <a:lnTo>
                    <a:pt x="0" y="77216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6" y="0"/>
                  </a:cubicBezTo>
                  <a:close/>
                </a:path>
              </a:pathLst>
            </a:custGeom>
            <a:solidFill>
              <a:srgbClr val="FDBFD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660165" cy="31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 spc="212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Monday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5462" y="2211003"/>
            <a:ext cx="2934188" cy="6957228"/>
            <a:chOff x="0" y="0"/>
            <a:chExt cx="567320" cy="13451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7320" cy="1345167"/>
            </a:xfrm>
            <a:custGeom>
              <a:avLst/>
              <a:gdLst/>
              <a:ahLst/>
              <a:cxnLst/>
              <a:rect r="r" b="b" t="t" l="l"/>
              <a:pathLst>
                <a:path h="1345167" w="567320">
                  <a:moveTo>
                    <a:pt x="129288" y="0"/>
                  </a:moveTo>
                  <a:lnTo>
                    <a:pt x="438032" y="0"/>
                  </a:lnTo>
                  <a:cubicBezTo>
                    <a:pt x="509436" y="0"/>
                    <a:pt x="567320" y="57884"/>
                    <a:pt x="567320" y="129288"/>
                  </a:cubicBezTo>
                  <a:lnTo>
                    <a:pt x="567320" y="1215879"/>
                  </a:lnTo>
                  <a:cubicBezTo>
                    <a:pt x="567320" y="1250168"/>
                    <a:pt x="553698" y="1283053"/>
                    <a:pt x="529452" y="1307299"/>
                  </a:cubicBezTo>
                  <a:cubicBezTo>
                    <a:pt x="505206" y="1331545"/>
                    <a:pt x="472321" y="1345167"/>
                    <a:pt x="438032" y="1345167"/>
                  </a:cubicBezTo>
                  <a:lnTo>
                    <a:pt x="129288" y="1345167"/>
                  </a:lnTo>
                  <a:cubicBezTo>
                    <a:pt x="94998" y="1345167"/>
                    <a:pt x="62114" y="1331545"/>
                    <a:pt x="37867" y="1307299"/>
                  </a:cubicBezTo>
                  <a:cubicBezTo>
                    <a:pt x="13621" y="1283053"/>
                    <a:pt x="0" y="1250168"/>
                    <a:pt x="0" y="1215879"/>
                  </a:cubicBezTo>
                  <a:lnTo>
                    <a:pt x="0" y="129288"/>
                  </a:lnTo>
                  <a:cubicBezTo>
                    <a:pt x="0" y="94998"/>
                    <a:pt x="13621" y="62114"/>
                    <a:pt x="37867" y="37867"/>
                  </a:cubicBezTo>
                  <a:cubicBezTo>
                    <a:pt x="62114" y="13621"/>
                    <a:pt x="94998" y="0"/>
                    <a:pt x="129288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67320" cy="1373742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860486" y="2532034"/>
            <a:ext cx="2506565" cy="942972"/>
            <a:chOff x="0" y="0"/>
            <a:chExt cx="660165" cy="2483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165" cy="248355"/>
            </a:xfrm>
            <a:custGeom>
              <a:avLst/>
              <a:gdLst/>
              <a:ahLst/>
              <a:cxnLst/>
              <a:rect r="r" b="b" t="t" l="l"/>
              <a:pathLst>
                <a:path h="248355" w="660165">
                  <a:moveTo>
                    <a:pt x="77216" y="0"/>
                  </a:moveTo>
                  <a:lnTo>
                    <a:pt x="582949" y="0"/>
                  </a:lnTo>
                  <a:cubicBezTo>
                    <a:pt x="603428" y="0"/>
                    <a:pt x="623068" y="8135"/>
                    <a:pt x="637549" y="22616"/>
                  </a:cubicBezTo>
                  <a:cubicBezTo>
                    <a:pt x="652030" y="37097"/>
                    <a:pt x="660165" y="56737"/>
                    <a:pt x="660165" y="77216"/>
                  </a:cubicBezTo>
                  <a:lnTo>
                    <a:pt x="660165" y="171138"/>
                  </a:lnTo>
                  <a:cubicBezTo>
                    <a:pt x="660165" y="191617"/>
                    <a:pt x="652030" y="211258"/>
                    <a:pt x="637549" y="225739"/>
                  </a:cubicBezTo>
                  <a:cubicBezTo>
                    <a:pt x="623068" y="240220"/>
                    <a:pt x="603428" y="248355"/>
                    <a:pt x="582949" y="248355"/>
                  </a:cubicBezTo>
                  <a:lnTo>
                    <a:pt x="77216" y="248355"/>
                  </a:lnTo>
                  <a:cubicBezTo>
                    <a:pt x="56737" y="248355"/>
                    <a:pt x="37097" y="240220"/>
                    <a:pt x="22616" y="225739"/>
                  </a:cubicBezTo>
                  <a:cubicBezTo>
                    <a:pt x="8135" y="211258"/>
                    <a:pt x="0" y="191617"/>
                    <a:pt x="0" y="171138"/>
                  </a:cubicBezTo>
                  <a:lnTo>
                    <a:pt x="0" y="77216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6" y="0"/>
                  </a:cubicBezTo>
                  <a:close/>
                </a:path>
              </a:pathLst>
            </a:custGeom>
            <a:solidFill>
              <a:srgbClr val="FDBFD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60165" cy="31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 spc="212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Tuesday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05135" y="2211003"/>
            <a:ext cx="2934188" cy="6957228"/>
            <a:chOff x="0" y="0"/>
            <a:chExt cx="567320" cy="13451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7320" cy="1345167"/>
            </a:xfrm>
            <a:custGeom>
              <a:avLst/>
              <a:gdLst/>
              <a:ahLst/>
              <a:cxnLst/>
              <a:rect r="r" b="b" t="t" l="l"/>
              <a:pathLst>
                <a:path h="1345167" w="567320">
                  <a:moveTo>
                    <a:pt x="129288" y="0"/>
                  </a:moveTo>
                  <a:lnTo>
                    <a:pt x="438032" y="0"/>
                  </a:lnTo>
                  <a:cubicBezTo>
                    <a:pt x="509436" y="0"/>
                    <a:pt x="567320" y="57884"/>
                    <a:pt x="567320" y="129288"/>
                  </a:cubicBezTo>
                  <a:lnTo>
                    <a:pt x="567320" y="1215879"/>
                  </a:lnTo>
                  <a:cubicBezTo>
                    <a:pt x="567320" y="1250168"/>
                    <a:pt x="553698" y="1283053"/>
                    <a:pt x="529452" y="1307299"/>
                  </a:cubicBezTo>
                  <a:cubicBezTo>
                    <a:pt x="505206" y="1331545"/>
                    <a:pt x="472321" y="1345167"/>
                    <a:pt x="438032" y="1345167"/>
                  </a:cubicBezTo>
                  <a:lnTo>
                    <a:pt x="129288" y="1345167"/>
                  </a:lnTo>
                  <a:cubicBezTo>
                    <a:pt x="94998" y="1345167"/>
                    <a:pt x="62114" y="1331545"/>
                    <a:pt x="37867" y="1307299"/>
                  </a:cubicBezTo>
                  <a:cubicBezTo>
                    <a:pt x="13621" y="1283053"/>
                    <a:pt x="0" y="1250168"/>
                    <a:pt x="0" y="1215879"/>
                  </a:cubicBezTo>
                  <a:lnTo>
                    <a:pt x="0" y="129288"/>
                  </a:lnTo>
                  <a:cubicBezTo>
                    <a:pt x="0" y="94998"/>
                    <a:pt x="13621" y="62114"/>
                    <a:pt x="37867" y="37867"/>
                  </a:cubicBezTo>
                  <a:cubicBezTo>
                    <a:pt x="62114" y="13621"/>
                    <a:pt x="94998" y="0"/>
                    <a:pt x="129288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67320" cy="1373742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940159" y="2532034"/>
            <a:ext cx="2506565" cy="942972"/>
            <a:chOff x="0" y="0"/>
            <a:chExt cx="660165" cy="2483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0165" cy="248355"/>
            </a:xfrm>
            <a:custGeom>
              <a:avLst/>
              <a:gdLst/>
              <a:ahLst/>
              <a:cxnLst/>
              <a:rect r="r" b="b" t="t" l="l"/>
              <a:pathLst>
                <a:path h="248355" w="660165">
                  <a:moveTo>
                    <a:pt x="77216" y="0"/>
                  </a:moveTo>
                  <a:lnTo>
                    <a:pt x="582949" y="0"/>
                  </a:lnTo>
                  <a:cubicBezTo>
                    <a:pt x="603428" y="0"/>
                    <a:pt x="623068" y="8135"/>
                    <a:pt x="637549" y="22616"/>
                  </a:cubicBezTo>
                  <a:cubicBezTo>
                    <a:pt x="652030" y="37097"/>
                    <a:pt x="660165" y="56737"/>
                    <a:pt x="660165" y="77216"/>
                  </a:cubicBezTo>
                  <a:lnTo>
                    <a:pt x="660165" y="171138"/>
                  </a:lnTo>
                  <a:cubicBezTo>
                    <a:pt x="660165" y="191617"/>
                    <a:pt x="652030" y="211258"/>
                    <a:pt x="637549" y="225739"/>
                  </a:cubicBezTo>
                  <a:cubicBezTo>
                    <a:pt x="623068" y="240220"/>
                    <a:pt x="603428" y="248355"/>
                    <a:pt x="582949" y="248355"/>
                  </a:cubicBezTo>
                  <a:lnTo>
                    <a:pt x="77216" y="248355"/>
                  </a:lnTo>
                  <a:cubicBezTo>
                    <a:pt x="56737" y="248355"/>
                    <a:pt x="37097" y="240220"/>
                    <a:pt x="22616" y="225739"/>
                  </a:cubicBezTo>
                  <a:cubicBezTo>
                    <a:pt x="8135" y="211258"/>
                    <a:pt x="0" y="191617"/>
                    <a:pt x="0" y="171138"/>
                  </a:cubicBezTo>
                  <a:lnTo>
                    <a:pt x="0" y="77216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6" y="0"/>
                  </a:cubicBezTo>
                  <a:close/>
                </a:path>
              </a:pathLst>
            </a:custGeom>
            <a:solidFill>
              <a:srgbClr val="FDBFD5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660165" cy="31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 spc="212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Wednesday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84808" y="2211003"/>
            <a:ext cx="2934188" cy="6957228"/>
            <a:chOff x="0" y="0"/>
            <a:chExt cx="567320" cy="13451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7320" cy="1345167"/>
            </a:xfrm>
            <a:custGeom>
              <a:avLst/>
              <a:gdLst/>
              <a:ahLst/>
              <a:cxnLst/>
              <a:rect r="r" b="b" t="t" l="l"/>
              <a:pathLst>
                <a:path h="1345167" w="567320">
                  <a:moveTo>
                    <a:pt x="129288" y="0"/>
                  </a:moveTo>
                  <a:lnTo>
                    <a:pt x="438032" y="0"/>
                  </a:lnTo>
                  <a:cubicBezTo>
                    <a:pt x="509436" y="0"/>
                    <a:pt x="567320" y="57884"/>
                    <a:pt x="567320" y="129288"/>
                  </a:cubicBezTo>
                  <a:lnTo>
                    <a:pt x="567320" y="1215879"/>
                  </a:lnTo>
                  <a:cubicBezTo>
                    <a:pt x="567320" y="1250168"/>
                    <a:pt x="553698" y="1283053"/>
                    <a:pt x="529452" y="1307299"/>
                  </a:cubicBezTo>
                  <a:cubicBezTo>
                    <a:pt x="505206" y="1331545"/>
                    <a:pt x="472321" y="1345167"/>
                    <a:pt x="438032" y="1345167"/>
                  </a:cubicBezTo>
                  <a:lnTo>
                    <a:pt x="129288" y="1345167"/>
                  </a:lnTo>
                  <a:cubicBezTo>
                    <a:pt x="94998" y="1345167"/>
                    <a:pt x="62114" y="1331545"/>
                    <a:pt x="37867" y="1307299"/>
                  </a:cubicBezTo>
                  <a:cubicBezTo>
                    <a:pt x="13621" y="1283053"/>
                    <a:pt x="0" y="1250168"/>
                    <a:pt x="0" y="1215879"/>
                  </a:cubicBezTo>
                  <a:lnTo>
                    <a:pt x="0" y="129288"/>
                  </a:lnTo>
                  <a:cubicBezTo>
                    <a:pt x="0" y="94998"/>
                    <a:pt x="13621" y="62114"/>
                    <a:pt x="37867" y="37867"/>
                  </a:cubicBezTo>
                  <a:cubicBezTo>
                    <a:pt x="62114" y="13621"/>
                    <a:pt x="94998" y="0"/>
                    <a:pt x="129288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67320" cy="1373742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19833" y="2532034"/>
            <a:ext cx="2506565" cy="942972"/>
            <a:chOff x="0" y="0"/>
            <a:chExt cx="660165" cy="2483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165" cy="248355"/>
            </a:xfrm>
            <a:custGeom>
              <a:avLst/>
              <a:gdLst/>
              <a:ahLst/>
              <a:cxnLst/>
              <a:rect r="r" b="b" t="t" l="l"/>
              <a:pathLst>
                <a:path h="248355" w="660165">
                  <a:moveTo>
                    <a:pt x="77216" y="0"/>
                  </a:moveTo>
                  <a:lnTo>
                    <a:pt x="582949" y="0"/>
                  </a:lnTo>
                  <a:cubicBezTo>
                    <a:pt x="603428" y="0"/>
                    <a:pt x="623068" y="8135"/>
                    <a:pt x="637549" y="22616"/>
                  </a:cubicBezTo>
                  <a:cubicBezTo>
                    <a:pt x="652030" y="37097"/>
                    <a:pt x="660165" y="56737"/>
                    <a:pt x="660165" y="77216"/>
                  </a:cubicBezTo>
                  <a:lnTo>
                    <a:pt x="660165" y="171138"/>
                  </a:lnTo>
                  <a:cubicBezTo>
                    <a:pt x="660165" y="191617"/>
                    <a:pt x="652030" y="211258"/>
                    <a:pt x="637549" y="225739"/>
                  </a:cubicBezTo>
                  <a:cubicBezTo>
                    <a:pt x="623068" y="240220"/>
                    <a:pt x="603428" y="248355"/>
                    <a:pt x="582949" y="248355"/>
                  </a:cubicBezTo>
                  <a:lnTo>
                    <a:pt x="77216" y="248355"/>
                  </a:lnTo>
                  <a:cubicBezTo>
                    <a:pt x="56737" y="248355"/>
                    <a:pt x="37097" y="240220"/>
                    <a:pt x="22616" y="225739"/>
                  </a:cubicBezTo>
                  <a:cubicBezTo>
                    <a:pt x="8135" y="211258"/>
                    <a:pt x="0" y="191617"/>
                    <a:pt x="0" y="171138"/>
                  </a:cubicBezTo>
                  <a:lnTo>
                    <a:pt x="0" y="77216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6" y="0"/>
                  </a:cubicBezTo>
                  <a:close/>
                </a:path>
              </a:pathLst>
            </a:custGeom>
            <a:solidFill>
              <a:srgbClr val="FDBFD5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660165" cy="31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 spc="212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Thursday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864482" y="2211003"/>
            <a:ext cx="2934188" cy="6957228"/>
            <a:chOff x="0" y="0"/>
            <a:chExt cx="567320" cy="13451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7320" cy="1345167"/>
            </a:xfrm>
            <a:custGeom>
              <a:avLst/>
              <a:gdLst/>
              <a:ahLst/>
              <a:cxnLst/>
              <a:rect r="r" b="b" t="t" l="l"/>
              <a:pathLst>
                <a:path h="1345167" w="567320">
                  <a:moveTo>
                    <a:pt x="129288" y="0"/>
                  </a:moveTo>
                  <a:lnTo>
                    <a:pt x="438032" y="0"/>
                  </a:lnTo>
                  <a:cubicBezTo>
                    <a:pt x="509436" y="0"/>
                    <a:pt x="567320" y="57884"/>
                    <a:pt x="567320" y="129288"/>
                  </a:cubicBezTo>
                  <a:lnTo>
                    <a:pt x="567320" y="1215879"/>
                  </a:lnTo>
                  <a:cubicBezTo>
                    <a:pt x="567320" y="1250168"/>
                    <a:pt x="553698" y="1283053"/>
                    <a:pt x="529452" y="1307299"/>
                  </a:cubicBezTo>
                  <a:cubicBezTo>
                    <a:pt x="505206" y="1331545"/>
                    <a:pt x="472321" y="1345167"/>
                    <a:pt x="438032" y="1345167"/>
                  </a:cubicBezTo>
                  <a:lnTo>
                    <a:pt x="129288" y="1345167"/>
                  </a:lnTo>
                  <a:cubicBezTo>
                    <a:pt x="94998" y="1345167"/>
                    <a:pt x="62114" y="1331545"/>
                    <a:pt x="37867" y="1307299"/>
                  </a:cubicBezTo>
                  <a:cubicBezTo>
                    <a:pt x="13621" y="1283053"/>
                    <a:pt x="0" y="1250168"/>
                    <a:pt x="0" y="1215879"/>
                  </a:cubicBezTo>
                  <a:lnTo>
                    <a:pt x="0" y="129288"/>
                  </a:lnTo>
                  <a:cubicBezTo>
                    <a:pt x="0" y="94998"/>
                    <a:pt x="13621" y="62114"/>
                    <a:pt x="37867" y="37867"/>
                  </a:cubicBezTo>
                  <a:cubicBezTo>
                    <a:pt x="62114" y="13621"/>
                    <a:pt x="94998" y="0"/>
                    <a:pt x="129288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567320" cy="1373742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099506" y="2532034"/>
            <a:ext cx="2506565" cy="942972"/>
            <a:chOff x="0" y="0"/>
            <a:chExt cx="660165" cy="2483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0165" cy="248355"/>
            </a:xfrm>
            <a:custGeom>
              <a:avLst/>
              <a:gdLst/>
              <a:ahLst/>
              <a:cxnLst/>
              <a:rect r="r" b="b" t="t" l="l"/>
              <a:pathLst>
                <a:path h="248355" w="660165">
                  <a:moveTo>
                    <a:pt x="77216" y="0"/>
                  </a:moveTo>
                  <a:lnTo>
                    <a:pt x="582949" y="0"/>
                  </a:lnTo>
                  <a:cubicBezTo>
                    <a:pt x="603428" y="0"/>
                    <a:pt x="623068" y="8135"/>
                    <a:pt x="637549" y="22616"/>
                  </a:cubicBezTo>
                  <a:cubicBezTo>
                    <a:pt x="652030" y="37097"/>
                    <a:pt x="660165" y="56737"/>
                    <a:pt x="660165" y="77216"/>
                  </a:cubicBezTo>
                  <a:lnTo>
                    <a:pt x="660165" y="171138"/>
                  </a:lnTo>
                  <a:cubicBezTo>
                    <a:pt x="660165" y="191617"/>
                    <a:pt x="652030" y="211258"/>
                    <a:pt x="637549" y="225739"/>
                  </a:cubicBezTo>
                  <a:cubicBezTo>
                    <a:pt x="623068" y="240220"/>
                    <a:pt x="603428" y="248355"/>
                    <a:pt x="582949" y="248355"/>
                  </a:cubicBezTo>
                  <a:lnTo>
                    <a:pt x="77216" y="248355"/>
                  </a:lnTo>
                  <a:cubicBezTo>
                    <a:pt x="56737" y="248355"/>
                    <a:pt x="37097" y="240220"/>
                    <a:pt x="22616" y="225739"/>
                  </a:cubicBezTo>
                  <a:cubicBezTo>
                    <a:pt x="8135" y="211258"/>
                    <a:pt x="0" y="191617"/>
                    <a:pt x="0" y="171138"/>
                  </a:cubicBezTo>
                  <a:lnTo>
                    <a:pt x="0" y="77216"/>
                  </a:lnTo>
                  <a:cubicBezTo>
                    <a:pt x="0" y="56737"/>
                    <a:pt x="8135" y="37097"/>
                    <a:pt x="22616" y="22616"/>
                  </a:cubicBezTo>
                  <a:cubicBezTo>
                    <a:pt x="37097" y="8135"/>
                    <a:pt x="56737" y="0"/>
                    <a:pt x="77216" y="0"/>
                  </a:cubicBezTo>
                  <a:close/>
                </a:path>
              </a:pathLst>
            </a:custGeom>
            <a:solidFill>
              <a:srgbClr val="FDBFD5"/>
            </a:solidFill>
            <a:ln cap="rnd">
              <a:noFill/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660165" cy="31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 spc="212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Friday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479976" y="815483"/>
            <a:ext cx="9384505" cy="1263646"/>
            <a:chOff x="0" y="0"/>
            <a:chExt cx="2471639" cy="3328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1639" cy="332812"/>
            </a:xfrm>
            <a:custGeom>
              <a:avLst/>
              <a:gdLst/>
              <a:ahLst/>
              <a:cxnLst/>
              <a:rect r="r" b="b" t="t" l="l"/>
              <a:pathLst>
                <a:path h="332812" w="2471639">
                  <a:moveTo>
                    <a:pt x="20624" y="0"/>
                  </a:moveTo>
                  <a:lnTo>
                    <a:pt x="2451015" y="0"/>
                  </a:lnTo>
                  <a:cubicBezTo>
                    <a:pt x="2462406" y="0"/>
                    <a:pt x="2471639" y="9234"/>
                    <a:pt x="2471639" y="20624"/>
                  </a:cubicBezTo>
                  <a:lnTo>
                    <a:pt x="2471639" y="312188"/>
                  </a:lnTo>
                  <a:cubicBezTo>
                    <a:pt x="2471639" y="317658"/>
                    <a:pt x="2469466" y="322904"/>
                    <a:pt x="2465599" y="326771"/>
                  </a:cubicBezTo>
                  <a:cubicBezTo>
                    <a:pt x="2461731" y="330639"/>
                    <a:pt x="2456485" y="332812"/>
                    <a:pt x="2451015" y="332812"/>
                  </a:cubicBezTo>
                  <a:lnTo>
                    <a:pt x="20624" y="332812"/>
                  </a:lnTo>
                  <a:cubicBezTo>
                    <a:pt x="15154" y="332812"/>
                    <a:pt x="9908" y="330639"/>
                    <a:pt x="6041" y="326771"/>
                  </a:cubicBezTo>
                  <a:cubicBezTo>
                    <a:pt x="2173" y="322904"/>
                    <a:pt x="0" y="317658"/>
                    <a:pt x="0" y="312188"/>
                  </a:cubicBezTo>
                  <a:lnTo>
                    <a:pt x="0" y="20624"/>
                  </a:lnTo>
                  <a:cubicBezTo>
                    <a:pt x="0" y="15154"/>
                    <a:pt x="2173" y="9908"/>
                    <a:pt x="6041" y="6041"/>
                  </a:cubicBezTo>
                  <a:cubicBezTo>
                    <a:pt x="9908" y="2173"/>
                    <a:pt x="15154" y="0"/>
                    <a:pt x="20624" y="0"/>
                  </a:cubicBezTo>
                  <a:close/>
                </a:path>
              </a:pathLst>
            </a:custGeom>
            <a:solidFill>
              <a:srgbClr val="FFA030"/>
            </a:solidFill>
            <a:ln w="7620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2471639" cy="418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19"/>
                </a:lnSpc>
              </a:pPr>
              <a:r>
                <a:rPr lang="en-US" sz="4299" spc="253">
                  <a:solidFill>
                    <a:srgbClr val="FFFFFF"/>
                  </a:solidFill>
                  <a:latin typeface="Tropika"/>
                  <a:ea typeface="Tropika"/>
                  <a:cs typeface="Tropika"/>
                  <a:sym typeface="Tropika"/>
                </a:rPr>
                <a:t>TO DO LIST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545788" y="3699030"/>
            <a:ext cx="2934188" cy="102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677" indent="-205339" lvl="1">
              <a:lnSpc>
                <a:spcPts val="2663"/>
              </a:lnSpc>
              <a:buFont typeface="Arial"/>
              <a:buChar char="•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check CRUD yang saya buat minggu kemarin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625462" y="3699030"/>
            <a:ext cx="2934188" cy="102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677" indent="-205339" lvl="1">
              <a:lnSpc>
                <a:spcPts val="2663"/>
              </a:lnSpc>
              <a:buFont typeface="Arial"/>
              <a:buChar char="•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lanjutkan buat page menggunakan data dummy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84808" y="3699030"/>
            <a:ext cx="2934188" cy="169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677" indent="-205339" lvl="1">
              <a:lnSpc>
                <a:spcPts val="2663"/>
              </a:lnSpc>
              <a:buFont typeface="Arial"/>
              <a:buChar char="•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Membuat author dan CRUD menggunakan data dari viko / integrasi ke compro yang sudah dibuat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864482" y="3699030"/>
            <a:ext cx="2934188" cy="169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677" indent="-205339" lvl="1">
              <a:lnSpc>
                <a:spcPts val="2663"/>
              </a:lnSpc>
              <a:buFont typeface="Arial"/>
              <a:buChar char="•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Membuat author dan CRUD menggunakan data dari viko / integrasi ke compro yang sudah dibuat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676906" y="3699030"/>
            <a:ext cx="2934188" cy="102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677" indent="-205339" lvl="1">
              <a:lnSpc>
                <a:spcPts val="2663"/>
              </a:lnSpc>
              <a:buFont typeface="Arial"/>
              <a:buChar char="•"/>
            </a:pPr>
            <a:r>
              <a:rPr lang="en-US" b="true" sz="1902" spc="-60">
                <a:solidFill>
                  <a:srgbClr val="763B0A"/>
                </a:solidFill>
                <a:latin typeface="มอนตี้ Bold"/>
                <a:ea typeface="มอนตี้ Bold"/>
                <a:cs typeface="มอนตี้ Bold"/>
                <a:sym typeface="มอนตี้ Bold"/>
              </a:rPr>
              <a:t>Membuat author dan CRUD menggunakan data dari viko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56191" y="-4908019"/>
            <a:ext cx="16294455" cy="20103038"/>
          </a:xfrm>
          <a:custGeom>
            <a:avLst/>
            <a:gdLst/>
            <a:ahLst/>
            <a:cxnLst/>
            <a:rect r="r" b="b" t="t" l="l"/>
            <a:pathLst>
              <a:path h="20103038" w="16294455">
                <a:moveTo>
                  <a:pt x="0" y="0"/>
                </a:moveTo>
                <a:lnTo>
                  <a:pt x="16294454" y="0"/>
                </a:lnTo>
                <a:lnTo>
                  <a:pt x="16294454" y="20103038"/>
                </a:lnTo>
                <a:lnTo>
                  <a:pt x="0" y="20103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11567" y="1327419"/>
            <a:ext cx="15183701" cy="7742018"/>
            <a:chOff x="0" y="0"/>
            <a:chExt cx="2935740" cy="14969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5740" cy="1496905"/>
            </a:xfrm>
            <a:custGeom>
              <a:avLst/>
              <a:gdLst/>
              <a:ahLst/>
              <a:cxnLst/>
              <a:rect r="r" b="b" t="t" l="l"/>
              <a:pathLst>
                <a:path h="1496905" w="2935740">
                  <a:moveTo>
                    <a:pt x="24984" y="0"/>
                  </a:moveTo>
                  <a:lnTo>
                    <a:pt x="2910756" y="0"/>
                  </a:lnTo>
                  <a:cubicBezTo>
                    <a:pt x="2924554" y="0"/>
                    <a:pt x="2935740" y="11186"/>
                    <a:pt x="2935740" y="24984"/>
                  </a:cubicBezTo>
                  <a:lnTo>
                    <a:pt x="2935740" y="1471920"/>
                  </a:lnTo>
                  <a:cubicBezTo>
                    <a:pt x="2935740" y="1485719"/>
                    <a:pt x="2924554" y="1496905"/>
                    <a:pt x="2910756" y="1496905"/>
                  </a:cubicBezTo>
                  <a:lnTo>
                    <a:pt x="24984" y="1496905"/>
                  </a:lnTo>
                  <a:cubicBezTo>
                    <a:pt x="18358" y="1496905"/>
                    <a:pt x="12003" y="1494272"/>
                    <a:pt x="7318" y="1489587"/>
                  </a:cubicBezTo>
                  <a:cubicBezTo>
                    <a:pt x="2632" y="1484902"/>
                    <a:pt x="0" y="1478547"/>
                    <a:pt x="0" y="1471920"/>
                  </a:cubicBezTo>
                  <a:lnTo>
                    <a:pt x="0" y="24984"/>
                  </a:lnTo>
                  <a:cubicBezTo>
                    <a:pt x="0" y="18358"/>
                    <a:pt x="2632" y="12003"/>
                    <a:pt x="7318" y="7318"/>
                  </a:cubicBezTo>
                  <a:cubicBezTo>
                    <a:pt x="12003" y="2632"/>
                    <a:pt x="18358" y="0"/>
                    <a:pt x="24984" y="0"/>
                  </a:cubicBezTo>
                  <a:close/>
                </a:path>
              </a:pathLst>
            </a:custGeom>
            <a:solidFill>
              <a:srgbClr val="FDF1E8"/>
            </a:solidFill>
            <a:ln w="95250" cap="rnd">
              <a:solidFill>
                <a:srgbClr val="984E1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935740" cy="1525480"/>
            </a:xfrm>
            <a:prstGeom prst="rect">
              <a:avLst/>
            </a:prstGeom>
          </p:spPr>
          <p:txBody>
            <a:bodyPr anchor="ctr" rtlCol="false" tIns="29741" lIns="29741" bIns="29741" rIns="29741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30868" y="3042737"/>
            <a:ext cx="13345100" cy="500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92"/>
              </a:lnSpc>
            </a:pPr>
            <a:r>
              <a:rPr lang="en-US" sz="22521" spc="900">
                <a:solidFill>
                  <a:srgbClr val="FAB30C"/>
                </a:solidFill>
                <a:latin typeface="Lucky Bones"/>
                <a:ea typeface="Lucky Bones"/>
                <a:cs typeface="Lucky Bones"/>
                <a:sym typeface="Lucky Bones"/>
              </a:rPr>
              <a:t>Thank you!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712785">
            <a:off x="13522054" y="277577"/>
            <a:ext cx="3689018" cy="3195612"/>
          </a:xfrm>
          <a:custGeom>
            <a:avLst/>
            <a:gdLst/>
            <a:ahLst/>
            <a:cxnLst/>
            <a:rect r="r" b="b" t="t" l="l"/>
            <a:pathLst>
              <a:path h="3195612" w="3689018">
                <a:moveTo>
                  <a:pt x="0" y="0"/>
                </a:moveTo>
                <a:lnTo>
                  <a:pt x="3689018" y="0"/>
                </a:lnTo>
                <a:lnTo>
                  <a:pt x="3689018" y="3195612"/>
                </a:lnTo>
                <a:lnTo>
                  <a:pt x="0" y="3195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50892">
            <a:off x="15667913" y="2524977"/>
            <a:ext cx="2473638" cy="2142789"/>
          </a:xfrm>
          <a:custGeom>
            <a:avLst/>
            <a:gdLst/>
            <a:ahLst/>
            <a:cxnLst/>
            <a:rect r="r" b="b" t="t" l="l"/>
            <a:pathLst>
              <a:path h="2142789" w="2473638">
                <a:moveTo>
                  <a:pt x="0" y="0"/>
                </a:moveTo>
                <a:lnTo>
                  <a:pt x="2473638" y="0"/>
                </a:lnTo>
                <a:lnTo>
                  <a:pt x="2473638" y="2142788"/>
                </a:lnTo>
                <a:lnTo>
                  <a:pt x="0" y="2142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610037">
            <a:off x="-92200" y="5008776"/>
            <a:ext cx="3926266" cy="3401128"/>
          </a:xfrm>
          <a:custGeom>
            <a:avLst/>
            <a:gdLst/>
            <a:ahLst/>
            <a:cxnLst/>
            <a:rect r="r" b="b" t="t" l="l"/>
            <a:pathLst>
              <a:path h="3401128" w="3926266">
                <a:moveTo>
                  <a:pt x="0" y="0"/>
                </a:moveTo>
                <a:lnTo>
                  <a:pt x="3926266" y="0"/>
                </a:lnTo>
                <a:lnTo>
                  <a:pt x="3926266" y="3401128"/>
                </a:lnTo>
                <a:lnTo>
                  <a:pt x="0" y="3401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2055860" y="7340890"/>
            <a:ext cx="2748456" cy="2380850"/>
          </a:xfrm>
          <a:custGeom>
            <a:avLst/>
            <a:gdLst/>
            <a:ahLst/>
            <a:cxnLst/>
            <a:rect r="r" b="b" t="t" l="l"/>
            <a:pathLst>
              <a:path h="2380850" w="2748456">
                <a:moveTo>
                  <a:pt x="0" y="0"/>
                </a:moveTo>
                <a:lnTo>
                  <a:pt x="2748456" y="0"/>
                </a:lnTo>
                <a:lnTo>
                  <a:pt x="2748456" y="2380850"/>
                </a:lnTo>
                <a:lnTo>
                  <a:pt x="0" y="238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993842" y="8571846"/>
            <a:ext cx="2619153" cy="686454"/>
            <a:chOff x="0" y="0"/>
            <a:chExt cx="689818" cy="1807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9818" cy="180794"/>
            </a:xfrm>
            <a:custGeom>
              <a:avLst/>
              <a:gdLst/>
              <a:ahLst/>
              <a:cxnLst/>
              <a:rect r="r" b="b" t="t" l="l"/>
              <a:pathLst>
                <a:path h="180794" w="689818">
                  <a:moveTo>
                    <a:pt x="35471" y="0"/>
                  </a:moveTo>
                  <a:lnTo>
                    <a:pt x="654347" y="0"/>
                  </a:lnTo>
                  <a:cubicBezTo>
                    <a:pt x="663755" y="0"/>
                    <a:pt x="672777" y="3737"/>
                    <a:pt x="679429" y="10389"/>
                  </a:cubicBezTo>
                  <a:cubicBezTo>
                    <a:pt x="686081" y="17041"/>
                    <a:pt x="689818" y="26063"/>
                    <a:pt x="689818" y="35471"/>
                  </a:cubicBezTo>
                  <a:lnTo>
                    <a:pt x="689818" y="145324"/>
                  </a:lnTo>
                  <a:cubicBezTo>
                    <a:pt x="689818" y="154731"/>
                    <a:pt x="686081" y="163753"/>
                    <a:pt x="679429" y="170405"/>
                  </a:cubicBezTo>
                  <a:cubicBezTo>
                    <a:pt x="672777" y="177057"/>
                    <a:pt x="663755" y="180794"/>
                    <a:pt x="654347" y="180794"/>
                  </a:cubicBezTo>
                  <a:lnTo>
                    <a:pt x="35471" y="180794"/>
                  </a:lnTo>
                  <a:cubicBezTo>
                    <a:pt x="26063" y="180794"/>
                    <a:pt x="17041" y="177057"/>
                    <a:pt x="10389" y="170405"/>
                  </a:cubicBezTo>
                  <a:cubicBezTo>
                    <a:pt x="3737" y="163753"/>
                    <a:pt x="0" y="154731"/>
                    <a:pt x="0" y="145324"/>
                  </a:cubicBezTo>
                  <a:lnTo>
                    <a:pt x="0" y="35471"/>
                  </a:lnTo>
                  <a:cubicBezTo>
                    <a:pt x="0" y="26063"/>
                    <a:pt x="3737" y="17041"/>
                    <a:pt x="10389" y="10389"/>
                  </a:cubicBezTo>
                  <a:cubicBezTo>
                    <a:pt x="17041" y="3737"/>
                    <a:pt x="26063" y="0"/>
                    <a:pt x="35471" y="0"/>
                  </a:cubicBezTo>
                  <a:close/>
                </a:path>
              </a:pathLst>
            </a:custGeom>
            <a:solidFill>
              <a:srgbClr val="FDBFD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89818" cy="228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spc="147">
                  <a:solidFill>
                    <a:srgbClr val="393939"/>
                  </a:solidFill>
                  <a:latin typeface="Tropika"/>
                  <a:ea typeface="Tropika"/>
                  <a:cs typeface="Tropika"/>
                  <a:sym typeface="Tropika"/>
                </a:rPr>
                <a:t>Samuel Sukarno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DAGTUnfVqMQ</dc:identifier>
  <dcterms:modified xsi:type="dcterms:W3CDTF">2011-08-01T06:04:30Z</dcterms:modified>
  <cp:revision>1</cp:revision>
  <dc:title>Weekly Report</dc:title>
</cp:coreProperties>
</file>